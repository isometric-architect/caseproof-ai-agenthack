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CaseProof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 human-review gate for high-value refund exception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Agents can prepare refund cases, but preparation is not approval.</a:t>
            </a:r>
          </a:p>
          <a:p>
            <a:pPr>
              <a:spcAft>
                <a:spcPts val="900"/>
              </a:spcAft>
              <a:defRPr sz="2300"/>
            </a:pPr>
            <a:r>
              <a:t>CaseProof checks evidence, policy, required milestones, and review routing.</a:t>
            </a:r>
          </a:p>
          <a:p>
            <a:pPr>
              <a:spcAft>
                <a:spcPts val="900"/>
              </a:spcAft>
              <a:defRPr sz="2300"/>
            </a:pPr>
            <a:r>
              <a:t>The only allowed outcome is a human review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A refund case can look complete while delivery proof or a customer statement is missing.</a:t>
            </a:r>
          </a:p>
          <a:p>
            <a:pPr>
              <a:spcAft>
                <a:spcPts val="900"/>
              </a:spcAft>
              <a:defRPr sz="2300"/>
            </a:pPr>
            <a:r>
              <a:t>An agent can skip policy or risk review.</a:t>
            </a:r>
          </a:p>
          <a:p>
            <a:pPr>
              <a:spcAft>
                <a:spcPts val="900"/>
              </a:spcAft>
              <a:defRPr sz="2300"/>
            </a:pPr>
            <a:r>
              <a:t>A high-value refund can be routed as if it were low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What It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Required evidence is present and referenced.</a:t>
            </a:r>
          </a:p>
          <a:p>
            <a:pPr>
              <a:spcAft>
                <a:spcPts val="900"/>
              </a:spcAft>
              <a:defRPr sz="2300"/>
            </a:pPr>
            <a:r>
              <a:t>The decision belongs to the same case.</a:t>
            </a:r>
          </a:p>
          <a:p>
            <a:pPr>
              <a:spcAft>
                <a:spcPts val="900"/>
              </a:spcAft>
              <a:defRPr sz="2300"/>
            </a:pPr>
            <a:r>
              <a:t>Required Maestro case milestones are present.</a:t>
            </a:r>
          </a:p>
          <a:p>
            <a:pPr>
              <a:spcAft>
                <a:spcPts val="900"/>
              </a:spcAft>
              <a:defRPr sz="2300"/>
            </a:pPr>
            <a:r>
              <a:t>Policy caps route risky cases to human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Demo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HOLD: refund evidence is missing.</a:t>
            </a:r>
          </a:p>
          <a:p>
            <a:pPr>
              <a:spcAft>
                <a:spcPts val="900"/>
              </a:spcAft>
              <a:defRPr sz="2300"/>
            </a:pPr>
            <a:r>
              <a:t>ALLOW_HUMAN_REVIEW_ONLY: ready for a person.</a:t>
            </a:r>
          </a:p>
          <a:p>
            <a:pPr>
              <a:spcAft>
                <a:spcPts val="900"/>
              </a:spcAft>
              <a:defRPr sz="2300"/>
            </a:pPr>
            <a:r>
              <a:t>BLOCK: policy bypass or skipped milestone.</a:t>
            </a:r>
          </a:p>
          <a:p>
            <a:pPr>
              <a:spcAft>
                <a:spcPts val="900"/>
              </a:spcAft>
              <a:defRPr sz="2300"/>
            </a:pPr>
            <a:r>
              <a:t>Auto-approval remains disabled.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UiPath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UiPath Maestro is the orchestration layer.</a:t>
            </a:r>
          </a:p>
          <a:p>
            <a:pPr>
              <a:spcAft>
                <a:spcPts val="900"/>
              </a:spcAft>
              <a:defRPr sz="2300"/>
            </a:pPr>
            <a:r>
              <a:t>Studio Web or API Workflow can call the validator.</a:t>
            </a:r>
          </a:p>
          <a:p>
            <a:pPr>
              <a:spcAft>
                <a:spcPts val="900"/>
              </a:spcAft>
              <a:defRPr sz="2300"/>
            </a:pPr>
            <a:r>
              <a:t>The result opens a review task instead of taking an external action.</a:t>
            </a:r>
          </a:p>
          <a:p>
            <a:pPr>
              <a:spcAft>
                <a:spcPts val="900"/>
              </a:spcAft>
              <a:defRPr sz="2300"/>
            </a:pPr>
            <a:r>
              <a:t>Public repo uses synthetic packets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Claim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This is a public-safe hackathon prototype.</a:t>
            </a:r>
          </a:p>
          <a:p>
            <a:pPr>
              <a:spcAft>
                <a:spcPts val="900"/>
              </a:spcAft>
              <a:defRPr sz="2300"/>
            </a:pPr>
            <a:r>
              <a:t>It is not production approval or compliance certification.</a:t>
            </a:r>
          </a:p>
          <a:p>
            <a:pPr>
              <a:spcAft>
                <a:spcPts val="900"/>
              </a:spcAft>
              <a:defRPr sz="2300"/>
            </a:pPr>
            <a:r>
              <a:t>A real tenant run should bind case URL, process instance, and review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/>
            </a:pPr>
            <a:r>
              <a:t>Demo Dashboard</a:t>
            </a:r>
          </a:p>
        </p:txBody>
      </p:sp>
      <p:pic>
        <p:nvPicPr>
          <p:cNvPr id="3" name="Picture 2" descr="caseproof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7818120" cy="49514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