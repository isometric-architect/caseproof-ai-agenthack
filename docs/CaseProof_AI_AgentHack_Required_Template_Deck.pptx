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b74dcd4d324fdd" /><Relationship Type="http://schemas.openxmlformats.org/officeDocument/2006/relationships/extended-properties" Target="/docProps/app.xml" Id="R029b3f3e32494e44" /><Relationship Type="http://schemas.openxmlformats.org/officeDocument/2006/relationships/officeDocument" Target="/ppt/presentation.xml" Id="R3c78357ca64149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bdc412530144f2"/>
  </p:sldMasterIdLst>
  <p:notesMasterIdLst>
    <p:notesMasterId xmlns:r="http://schemas.openxmlformats.org/officeDocument/2006/relationships" r:id="R67ccbb48b89a4b49"/>
  </p:notesMasterIdLst>
  <p:sldIdLst>
    <p:sldId xmlns:r="http://schemas.openxmlformats.org/officeDocument/2006/relationships" id="256" r:id="Rb46a52400d1e4998"/>
    <p:sldId xmlns:r="http://schemas.openxmlformats.org/officeDocument/2006/relationships" id="257" r:id="R0b1161942e3d4ee3"/>
    <p:sldId xmlns:r="http://schemas.openxmlformats.org/officeDocument/2006/relationships" id="258" r:id="Rfcc20e303e50475e"/>
    <p:sldId xmlns:r="http://schemas.openxmlformats.org/officeDocument/2006/relationships" id="259" r:id="R605d403265714a86"/>
    <p:sldId xmlns:r="http://schemas.openxmlformats.org/officeDocument/2006/relationships" id="260" r:id="R8b10336c4cc14549"/>
  </p:sldIdLst>
  <p:sldSz cx="121793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D7072550-EF59-46E0-827C-C5B7B6B1D680}">
  <a:tblStyle styleId="{D7072550-EF59-46E0-827C-C5B7B6B1D68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e0f790b2384495" /><Relationship Type="http://schemas.openxmlformats.org/officeDocument/2006/relationships/slideMaster" Target="/ppt/slideMasters/slideMaster1.xml" Id="R3ebdc412530144f2" /><Relationship Type="http://schemas.openxmlformats.org/officeDocument/2006/relationships/notesMaster" Target="/ppt/notesMasters/notesMaster1.xml" Id="R67ccbb48b89a4b49" /><Relationship Type="http://schemas.openxmlformats.org/officeDocument/2006/relationships/presProps" Target="/ppt/presProps.xml" Id="Rf04ac2def2a44533" /><Relationship Type="http://schemas.openxmlformats.org/officeDocument/2006/relationships/tableStyles" Target="/ppt/tableStyles.xml" Id="Rab669a2124df47c0" /><Relationship Type="http://schemas.openxmlformats.org/officeDocument/2006/relationships/slide" Target="/ppt/slides/slide1.xml" Id="Rb46a52400d1e4998" /><Relationship Type="http://schemas.openxmlformats.org/officeDocument/2006/relationships/slide" Target="/ppt/slides/slide2.xml" Id="R0b1161942e3d4ee3" /><Relationship Type="http://schemas.openxmlformats.org/officeDocument/2006/relationships/slide" Target="/ppt/slides/slide3.xml" Id="Rfcc20e303e50475e" /><Relationship Type="http://schemas.openxmlformats.org/officeDocument/2006/relationships/slide" Target="/ppt/slides/slide4.xml" Id="R605d403265714a86" /><Relationship Type="http://schemas.openxmlformats.org/officeDocument/2006/relationships/slide" Target="/ppt/slides/slide5.xml" Id="R8b10336c4cc145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af959a5eba4b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Primary Presentation Layouts">
  <a:themeElements>
    <a:clrScheme name="UiPath colors">
      <a:dk1>
        <a:srgbClr val="172024"/>
      </a:dk1>
      <a:lt1>
        <a:srgbClr val="FFFFFF"/>
      </a:lt1>
      <a:dk2>
        <a:srgbClr val="9D9D9D"/>
      </a:dk2>
      <a:lt2>
        <a:srgbClr val="F6F6F6"/>
      </a:lt2>
      <a:accent1>
        <a:srgbClr val="FA4616"/>
      </a:accent1>
      <a:accent2>
        <a:srgbClr val="1E6482"/>
      </a:accent2>
      <a:accent3>
        <a:srgbClr val="A32200"/>
      </a:accent3>
      <a:accent4>
        <a:srgbClr val="0BA2B3"/>
      </a:accent4>
      <a:accent5>
        <a:srgbClr val="8B288A"/>
      </a:accent5>
      <a:accent6>
        <a:srgbClr val="FA7678"/>
      </a:accent6>
      <a:hlink>
        <a:srgbClr val="5BCBDE"/>
      </a:hlink>
      <a:folHlink>
        <a:srgbClr val="5BCBD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iPath color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949fa0e4d44ed5" /><Relationship Type="http://schemas.openxmlformats.org/officeDocument/2006/relationships/notesMaster" Target="/ppt/notesMasters/notesMaster1.xml" Id="Rb74af617ed8946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84119e600644aa" /><Relationship Type="http://schemas.openxmlformats.org/officeDocument/2006/relationships/notesMaster" Target="/ppt/notesMasters/notesMaster1.xml" Id="Rcd5fc33b3ffc47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b948ae976f463e" /><Relationship Type="http://schemas.openxmlformats.org/officeDocument/2006/relationships/notesMaster" Target="/ppt/notesMasters/notesMaster1.xml" Id="Rbf930931408749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45a83f59574e73" /><Relationship Type="http://schemas.openxmlformats.org/officeDocument/2006/relationships/notesMaster" Target="/ppt/notesMasters/notesMaster1.xml" Id="R5b4b8602b04240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a1f1fd025e451f" /><Relationship Type="http://schemas.openxmlformats.org/officeDocument/2006/relationships/notesMaster" Target="/ppt/notesMasters/notesMaster1.xml" Id="R47947fa57ddb44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134663af2d4926" /><Relationship Type="http://schemas.openxmlformats.org/officeDocument/2006/relationships/image" Target="/ppt/media/image2.png" Id="Rbe2149008be94997" /><Relationship Type="http://schemas.openxmlformats.org/officeDocument/2006/relationships/image" Target="/ppt/media/image3.png" Id="Rf8cd210dd9f8481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bf83aeae9b4aae" /><Relationship Type="http://schemas.openxmlformats.org/officeDocument/2006/relationships/image" Target="/ppt/media/image4.png" Id="Rd57120c041ea46b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030899c4254ba8" /><Relationship Type="http://schemas.openxmlformats.org/officeDocument/2006/relationships/image" Target="/ppt/media/image5.png" Id="R3d5cfacd818a4513" /><Relationship Type="http://schemas.openxmlformats.org/officeDocument/2006/relationships/image" Target="/ppt/media/image6.png" Id="R603a39f1b22b4ed5" /><Relationship Type="http://schemas.openxmlformats.org/officeDocument/2006/relationships/image" Target="/ppt/media/image7.png" Id="R8db2f774094e4fd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94bd669ea6452e" /><Relationship Type="http://schemas.openxmlformats.org/officeDocument/2006/relationships/image" Target="/ppt/media/image.png" Id="R6558497227b04120" /><Relationship Type="http://schemas.openxmlformats.org/officeDocument/2006/relationships/image" Target="/ppt/media/image8.png" Id="Rf6aeda81238a4342" /><Relationship Type="http://schemas.openxmlformats.org/officeDocument/2006/relationships/image" Target="/ppt/media/image4.png" Id="R8d582ff7c3a3432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bfa02b1cc34249" /><Relationship Type="http://schemas.openxmlformats.org/officeDocument/2006/relationships/image" Target="/ppt/media/image9.png" Id="R10ad2aa6292045bd" /><Relationship Type="http://schemas.openxmlformats.org/officeDocument/2006/relationships/image" Target="/ppt/media/image10.png" Id="R6796d328bb9c4b0d" /><Relationship Type="http://schemas.openxmlformats.org/officeDocument/2006/relationships/image" Target="/ppt/media/image11.png" Id="R3ef7acdd31c54fe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852e9058a6481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95626117174a75" /><Relationship Type="http://schemas.openxmlformats.org/officeDocument/2006/relationships/image" Target="/ppt/media/image11.png" Id="R2f729f63502d4d5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7fe0487da74246" /><Relationship Type="http://schemas.openxmlformats.org/officeDocument/2006/relationships/image" Target="/ppt/media/image11.png" Id="Re0efd3992744481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81be1d620b455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b2e7966dfb4247" /><Relationship Type="http://schemas.openxmlformats.org/officeDocument/2006/relationships/image" Target="/ppt/media/image11.png" Id="Rdb1c1ed4cc20406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e106deef404d2b" /><Relationship Type="http://schemas.openxmlformats.org/officeDocument/2006/relationships/image" Target="/ppt/media/image11.png" Id="Rbbdca8d48b804dc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8124121b66416a" /><Relationship Type="http://schemas.openxmlformats.org/officeDocument/2006/relationships/image" Target="/ppt/media/image12.png" Id="R194cfdc88f994ecf" /><Relationship Type="http://schemas.openxmlformats.org/officeDocument/2006/relationships/image" Target="/ppt/media/image11.png" Id="R2df84939e12d448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35e1288a634db4" /><Relationship Type="http://schemas.openxmlformats.org/officeDocument/2006/relationships/image" Target="/ppt/media/image13.png" Id="R5b123374fdfa4fc0" /><Relationship Type="http://schemas.openxmlformats.org/officeDocument/2006/relationships/image" Target="/ppt/media/image11.png" Id="R1ebd4c95f25e4bb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5fbf125fc94da7" /><Relationship Type="http://schemas.openxmlformats.org/officeDocument/2006/relationships/image" Target="/ppt/media/image14.png" Id="R3003d662ed0e48f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7179dee7094bf3" /><Relationship Type="http://schemas.openxmlformats.org/officeDocument/2006/relationships/image" Target="/ppt/media/image11.png" Id="R9125e703670c474d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174cc70a63462c" /><Relationship Type="http://schemas.openxmlformats.org/officeDocument/2006/relationships/image" Target="/ppt/media/image11.png" Id="R0a9800c03f734668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1a7a25271f415a" /><Relationship Type="http://schemas.openxmlformats.org/officeDocument/2006/relationships/image" Target="/ppt/media/image11.png" Id="Rf6a155ff188442b4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94033a0d2a455e" /><Relationship Type="http://schemas.openxmlformats.org/officeDocument/2006/relationships/image" Target="/ppt/media/image11.png" Id="R1a050e43deb34c1a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f7f4d992924545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9b7c2cc12e463d" /><Relationship Type="http://schemas.openxmlformats.org/officeDocument/2006/relationships/image" Target="/ppt/media/image11.png" Id="R86064239704348aa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79e2ca8edc499f" /><Relationship Type="http://schemas.openxmlformats.org/officeDocument/2006/relationships/image" Target="/ppt/media/image11.png" Id="R4a1d683c97b74c89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2ac1c5de8b42ba" /><Relationship Type="http://schemas.openxmlformats.org/officeDocument/2006/relationships/image" Target="/ppt/media/image15.png" Id="Raf6d5c08a28f499a" /><Relationship Type="http://schemas.openxmlformats.org/officeDocument/2006/relationships/image" Target="/ppt/media/image11.png" Id="R2d89df7182f24e5b" /></Relationships>
</file>

<file path=ppt/slideLayouts/slideLayout1.xml><?xml version="1.0" encoding="utf-8"?>
<p:sldLayout xmlns:p="http://schemas.openxmlformats.org/presentationml/2006/main" showMasterSp="0" matchingName="Section Header">
  <p:cSld name="Section Header">
    <p:bg>
      <p:bgPr>
        <a:solidFill xmlns:a="http://schemas.openxmlformats.org/drawingml/2006/main">
          <a:srgbClr val="0BA2B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oogle Shape;11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e2149008be9499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9770" y="5461000"/>
            <a:ext cx="1524000" cy="120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Google Shape;12;p9">
            <a:extLst xmlns:a="http://schemas.openxmlformats.org/drawingml/2006/main">
              <a:ext uri="{FF2B5EF4-FFF2-40B4-BE49-F238E27FC236}">
                <a16:creationId xmlns:a16="http://schemas.microsoft.com/office/drawing/2014/main" id="{A7ADB053-667C-4E19-8DC4-B2E4B6BD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4946" y="4955133"/>
            <a:ext cx="2120057" cy="1"/>
          </a:xfrm>
          <a:custGeom xmlns:a="http://schemas.openxmlformats.org/drawingml/2006/main">
            <a:rect l="l" t="t" r="r" b="b"/>
            <a:pathLst>
              <a:path w="21600" h="1200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13" name="Google Shape;13;p9">
            <a:extLst xmlns:a="http://schemas.openxmlformats.org/drawingml/2006/main">
              <a:ext uri="{FF2B5EF4-FFF2-40B4-BE49-F238E27FC236}">
                <a16:creationId xmlns:a16="http://schemas.microsoft.com/office/drawing/2014/main" id="{30AF2F91-95B5-49AA-B2AE-5D18894F5E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0800" y="5886454"/>
            <a:ext cx="8280000" cy="451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4" name="Google Shape;14;p9">
            <a:extLst xmlns:a="http://schemas.openxmlformats.org/drawingml/2006/main">
              <a:ext uri="{FF2B5EF4-FFF2-40B4-BE49-F238E27FC236}">
                <a16:creationId xmlns:a16="http://schemas.microsoft.com/office/drawing/2014/main" id="{D8C2AC8D-61FF-4960-A848-140775D9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29" y="190499"/>
            <a:ext cx="11848241" cy="6477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" name="Google Shape;15;p9">
            <a:extLst xmlns:a="http://schemas.openxmlformats.org/drawingml/2006/main">
              <a:ext uri="{FF2B5EF4-FFF2-40B4-BE49-F238E27FC236}">
                <a16:creationId xmlns:a16="http://schemas.microsoft.com/office/drawing/2014/main" id="{105023F8-7D91-45BE-987F-A40852BD4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0800" y="4843803"/>
            <a:ext cx="8280000" cy="1037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FFFFFF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pic>
        <p:nvPicPr>
          <p:cNvPr id="16" name="Google Shape;16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8cd210dd9f8481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616196" y="435122"/>
            <a:ext cx="1116970" cy="36366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matchingName="Slide with logo">
  <p:cSld name="Slide with log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p10">
            <a:extLst xmlns:a="http://schemas.openxmlformats.org/drawingml/2006/main">
              <a:ext uri="{FF2B5EF4-FFF2-40B4-BE49-F238E27FC236}">
                <a16:creationId xmlns:a16="http://schemas.microsoft.com/office/drawing/2014/main" id="{D889D51D-3B9A-4CDB-95C6-AC5CC3625E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9" name="Google Shape;19;p10">
            <a:extLst xmlns:a="http://schemas.openxmlformats.org/drawingml/2006/main">
              <a:ext uri="{FF2B5EF4-FFF2-40B4-BE49-F238E27FC236}">
                <a16:creationId xmlns:a16="http://schemas.microsoft.com/office/drawing/2014/main" id="{F9C9735F-6831-43E4-A103-3887AEBB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7948" y="1240221"/>
            <a:ext cx="1481958" cy="6726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12700" cmpd="sng">
            <a:solidFill>
              <a:schemeClr val="l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0" name="Google Shape;20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57120c041ea46b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629023" y="362581"/>
            <a:ext cx="1150883" cy="43054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.xml><?xml version="1.0" encoding="utf-8"?>
<p:sldLayout xmlns:p="http://schemas.openxmlformats.org/presentationml/2006/main" matchingName="Title and 2 Contents">
  <p:cSld name="Title and 2 Contents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oogle Shape;22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d5cfacd818a451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89650" y="0"/>
            <a:ext cx="6089650" cy="208759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" name="Google Shape;23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03a39f1b22b4ed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2692400"/>
            <a:ext cx="4178300" cy="4165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4" name="Google Shape;24;p11">
            <a:extLst xmlns:a="http://schemas.openxmlformats.org/drawingml/2006/main">
              <a:ext uri="{FF2B5EF4-FFF2-40B4-BE49-F238E27FC236}">
                <a16:creationId xmlns:a16="http://schemas.microsoft.com/office/drawing/2014/main" id="{7650BE85-9705-4413-A7DC-360F390138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Google Shape;25;p11">
            <a:extLst xmlns:a="http://schemas.openxmlformats.org/drawingml/2006/main">
              <a:ext uri="{FF2B5EF4-FFF2-40B4-BE49-F238E27FC236}">
                <a16:creationId xmlns:a16="http://schemas.microsoft.com/office/drawing/2014/main" id="{B78C41A2-BAC8-4C03-BAC6-56ABC8F763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26" name="Google Shape;26;p11">
            <a:extLst xmlns:a="http://schemas.openxmlformats.org/drawingml/2006/main">
              <a:ext uri="{FF2B5EF4-FFF2-40B4-BE49-F238E27FC236}">
                <a16:creationId xmlns:a16="http://schemas.microsoft.com/office/drawing/2014/main" id="{784E466E-4443-4814-BF1D-0E5B5C520D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00" y="1440000"/>
            <a:ext cx="50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2pPr>
            <a:lvl3pPr marL="1371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4pPr>
            <a:lvl5pPr marL="22860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7" name="Google Shape;27;p11">
            <a:extLst xmlns:a="http://schemas.openxmlformats.org/drawingml/2006/main">
              <a:ext uri="{FF2B5EF4-FFF2-40B4-BE49-F238E27FC236}">
                <a16:creationId xmlns:a16="http://schemas.microsoft.com/office/drawing/2014/main" id="{B26BC206-4461-4D13-8CEA-580EBC577F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60000" y="1799999"/>
            <a:ext cx="504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8" name="Google Shape;28;p11">
            <a:extLst xmlns:a="http://schemas.openxmlformats.org/drawingml/2006/main">
              <a:ext uri="{FF2B5EF4-FFF2-40B4-BE49-F238E27FC236}">
                <a16:creationId xmlns:a16="http://schemas.microsoft.com/office/drawing/2014/main" id="{10CBAAFA-C9FB-41A3-8D55-BBEAF90A34E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089650" y="1440000"/>
            <a:ext cx="50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2pPr>
            <a:lvl3pPr marL="1371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4pPr>
            <a:lvl5pPr marL="22860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9" name="Google Shape;29;p11">
            <a:extLst xmlns:a="http://schemas.openxmlformats.org/drawingml/2006/main">
              <a:ext uri="{FF2B5EF4-FFF2-40B4-BE49-F238E27FC236}">
                <a16:creationId xmlns:a16="http://schemas.microsoft.com/office/drawing/2014/main" id="{774690CB-0201-4409-B0A6-6F6E51645FF0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089650" y="1799999"/>
            <a:ext cx="504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0" name="Google Shape;30;p11">
            <a:extLst xmlns:a="http://schemas.openxmlformats.org/drawingml/2006/main">
              <a:ext uri="{FF2B5EF4-FFF2-40B4-BE49-F238E27FC236}">
                <a16:creationId xmlns:a16="http://schemas.microsoft.com/office/drawing/2014/main" id="{C4C9BF1F-8C13-45FD-887C-7DFD3634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0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1" name="Google Shape;31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db2f774094e4fd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667661" y="404660"/>
            <a:ext cx="1063903" cy="34638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showMasterSp="0" matchingName="Custom Layout">
  <p:cSld name="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12">
            <a:extLst xmlns:a="http://schemas.openxmlformats.org/drawingml/2006/main">
              <a:ext uri="{FF2B5EF4-FFF2-40B4-BE49-F238E27FC236}">
                <a16:creationId xmlns:a16="http://schemas.microsoft.com/office/drawing/2014/main" id="{1AB5070A-5F87-4F7E-8881-485DD024AE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5128" y="4640687"/>
            <a:ext cx="9000000" cy="457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pic>
        <p:nvPicPr>
          <p:cNvPr id="34" name="Google Shape;34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558497227b0412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6"/>
            <a:ext cx="833598" cy="4167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5" name="Google Shape;35;p12">
            <a:extLst xmlns:a="http://schemas.openxmlformats.org/drawingml/2006/main">
              <a:ext uri="{FF2B5EF4-FFF2-40B4-BE49-F238E27FC236}">
                <a16:creationId xmlns:a16="http://schemas.microsoft.com/office/drawing/2014/main" id="{F7F57368-E250-4F10-A4B7-969ECCEE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29" y="190499"/>
            <a:ext cx="11848241" cy="6477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6" name="Google Shape;36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6aeda81238a434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348" y="393566"/>
            <a:ext cx="6557643" cy="35560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7" name="Google Shape;37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d582ff7c3a3432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629023" y="362581"/>
            <a:ext cx="1150883" cy="43054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.xml><?xml version="1.0" encoding="utf-8"?>
<p:sldLayout xmlns:p="http://schemas.openxmlformats.org/presentationml/2006/main" showMasterSp="0" matchingName="Title Slide">
  <p:cSld name="Title Slide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oogle Shape;39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0ad2aa6292045b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197670" y="5461000"/>
            <a:ext cx="1816100" cy="120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" name="Google Shape;40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796d328bb9c4b0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5529" y="190499"/>
            <a:ext cx="1816100" cy="120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1" name="Google Shape;41;p13">
            <a:extLst xmlns:a="http://schemas.openxmlformats.org/drawingml/2006/main">
              <a:ext uri="{FF2B5EF4-FFF2-40B4-BE49-F238E27FC236}">
                <a16:creationId xmlns:a16="http://schemas.microsoft.com/office/drawing/2014/main" id="{5AC6954A-82E7-455A-9B02-B3899876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4946" y="4955133"/>
            <a:ext cx="2120057" cy="1"/>
          </a:xfrm>
          <a:custGeom xmlns:a="http://schemas.openxmlformats.org/drawingml/2006/main">
            <a:rect l="l" t="t" r="r" b="b"/>
            <a:pathLst>
              <a:path w="21600" h="1200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42" name="Google Shape;42;p13">
            <a:extLst xmlns:a="http://schemas.openxmlformats.org/drawingml/2006/main">
              <a:ext uri="{FF2B5EF4-FFF2-40B4-BE49-F238E27FC236}">
                <a16:creationId xmlns:a16="http://schemas.microsoft.com/office/drawing/2014/main" id="{C8297FFC-1BC1-4567-9B21-4CE88875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29" y="190499"/>
            <a:ext cx="11848241" cy="6477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3" name="Google Shape;43;p13">
            <a:extLst xmlns:a="http://schemas.openxmlformats.org/drawingml/2006/main">
              <a:ext uri="{FF2B5EF4-FFF2-40B4-BE49-F238E27FC236}">
                <a16:creationId xmlns:a16="http://schemas.microsoft.com/office/drawing/2014/main" id="{89FC20BF-5477-46CA-B91B-4D0E064DC1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0800" y="5850000"/>
            <a:ext cx="3818481" cy="630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rgbClr val="A32200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44" name="Google Shape;44;p13">
            <a:extLst xmlns:a="http://schemas.openxmlformats.org/drawingml/2006/main">
              <a:ext uri="{FF2B5EF4-FFF2-40B4-BE49-F238E27FC236}">
                <a16:creationId xmlns:a16="http://schemas.microsoft.com/office/drawing/2014/main" id="{69D8FBBA-512B-48A6-8D76-8224FA4B8FF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0800" y="4574120"/>
            <a:ext cx="8822225" cy="914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45" name="Google Shape;45;p13">
            <a:extLst xmlns:a="http://schemas.openxmlformats.org/drawingml/2006/main">
              <a:ext uri="{FF2B5EF4-FFF2-40B4-BE49-F238E27FC236}">
                <a16:creationId xmlns:a16="http://schemas.microsoft.com/office/drawing/2014/main" id="{3A0FC245-AF68-435D-9152-410D1BC5A991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44227" y="2845823"/>
            <a:ext cx="8820000" cy="15132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1666"/>
              </a:lnSpc>
              <a:spcBef>
                <a:spcPts val="800"/>
              </a:spcBef>
              <a:spcAft>
                <a:spcPts val="0"/>
              </a:spcAft>
              <a:buNone/>
              <a:defRPr sz="60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pic>
        <p:nvPicPr>
          <p:cNvPr id="46" name="Google Shape;46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ef7acdd31c54fe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121449" y="507429"/>
            <a:ext cx="1496116" cy="74805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6.xml><?xml version="1.0" encoding="utf-8"?>
<p:sldLayout xmlns:p="http://schemas.openxmlformats.org/presentationml/2006/main" matchingName="Title and Content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Google Shape;48;p14">
            <a:extLst xmlns:a="http://schemas.openxmlformats.org/drawingml/2006/main">
              <a:ext uri="{FF2B5EF4-FFF2-40B4-BE49-F238E27FC236}">
                <a16:creationId xmlns:a16="http://schemas.microsoft.com/office/drawing/2014/main" id="{73F6BE14-AED8-4A78-9F9B-F164AD39CE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Google Shape;49;p14">
            <a:extLst xmlns:a="http://schemas.openxmlformats.org/drawingml/2006/main">
              <a:ext uri="{FF2B5EF4-FFF2-40B4-BE49-F238E27FC236}">
                <a16:creationId xmlns:a16="http://schemas.microsoft.com/office/drawing/2014/main" id="{028BDBD1-43B0-4231-9474-A9940CCC6C4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50" name="Google Shape;50;p14">
            <a:extLst xmlns:a="http://schemas.openxmlformats.org/drawingml/2006/main">
              <a:ext uri="{FF2B5EF4-FFF2-40B4-BE49-F238E27FC236}">
                <a16:creationId xmlns:a16="http://schemas.microsoft.com/office/drawing/2014/main" id="{794DFED7-164D-4E04-80BC-07F4CB43F6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00" y="1440000"/>
            <a:ext cx="90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2pPr>
            <a:lvl3pPr marL="1371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4pPr>
            <a:lvl5pPr marL="22860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51" name="Google Shape;51;p14">
            <a:extLst xmlns:a="http://schemas.openxmlformats.org/drawingml/2006/main">
              <a:ext uri="{FF2B5EF4-FFF2-40B4-BE49-F238E27FC236}">
                <a16:creationId xmlns:a16="http://schemas.microsoft.com/office/drawing/2014/main" id="{1586EBAA-9F36-4093-BB68-4FF3ABC3C6E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60000" y="1799999"/>
            <a:ext cx="900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showMasterSp="0" matchingName="Title and Content Dark">
  <p:cSld name="Title and Content Dark">
    <p:bg>
      <p:bgPr>
        <a:solidFill xmlns:a="http://schemas.openxmlformats.org/drawingml/2006/main">
          <a:schemeClr val="accen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15">
            <a:extLst xmlns:a="http://schemas.openxmlformats.org/drawingml/2006/main">
              <a:ext uri="{FF2B5EF4-FFF2-40B4-BE49-F238E27FC236}">
                <a16:creationId xmlns:a16="http://schemas.microsoft.com/office/drawing/2014/main" id="{23B0C401-4112-439D-B456-518623FB3F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54" name="Google Shape;54;p15">
            <a:extLst xmlns:a="http://schemas.openxmlformats.org/drawingml/2006/main">
              <a:ext uri="{FF2B5EF4-FFF2-40B4-BE49-F238E27FC236}">
                <a16:creationId xmlns:a16="http://schemas.microsoft.com/office/drawing/2014/main" id="{508099AE-C8B3-4211-930E-4715244ADA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55" name="Google Shape;55;p15">
            <a:extLst xmlns:a="http://schemas.openxmlformats.org/drawingml/2006/main">
              <a:ext uri="{FF2B5EF4-FFF2-40B4-BE49-F238E27FC236}">
                <a16:creationId xmlns:a16="http://schemas.microsoft.com/office/drawing/2014/main" id="{4B816CEB-FC31-41FB-94CA-046E06F41D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00" y="1440000"/>
            <a:ext cx="90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2pPr>
            <a:lvl3pPr marL="1371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18288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4pPr>
            <a:lvl5pPr marL="22860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56" name="Google Shape;56;p15">
            <a:extLst xmlns:a="http://schemas.openxmlformats.org/drawingml/2006/main">
              <a:ext uri="{FF2B5EF4-FFF2-40B4-BE49-F238E27FC236}">
                <a16:creationId xmlns:a16="http://schemas.microsoft.com/office/drawing/2014/main" id="{E927EF3C-4548-4EED-9AA6-AED8569244E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60000" y="1799999"/>
            <a:ext cx="900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57" name="Google Shape;57;p15">
            <a:extLst xmlns:a="http://schemas.openxmlformats.org/drawingml/2006/main">
              <a:ext uri="{FF2B5EF4-FFF2-40B4-BE49-F238E27FC236}">
                <a16:creationId xmlns:a16="http://schemas.microsoft.com/office/drawing/2014/main" id="{34764F3C-C6F7-4005-8907-841C6DAE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1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58" name="Google Shape;58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f729f63502d4d5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5"/>
            <a:ext cx="835200" cy="4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.xml><?xml version="1.0" encoding="utf-8"?>
<p:sldLayout xmlns:p="http://schemas.openxmlformats.org/presentationml/2006/main" showMasterSp="0" matchingName="1_Title and Content Teal">
  <p:cSld name="1_Title and Content Teal">
    <p:bg>
      <p:bgPr>
        <a:solidFill xmlns:a="http://schemas.openxmlformats.org/drawingml/2006/main">
          <a:schemeClr val="accent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Google Shape;60;p16">
            <a:extLst xmlns:a="http://schemas.openxmlformats.org/drawingml/2006/main">
              <a:ext uri="{FF2B5EF4-FFF2-40B4-BE49-F238E27FC236}">
                <a16:creationId xmlns:a16="http://schemas.microsoft.com/office/drawing/2014/main" id="{8A209319-779C-4491-B5A4-93D6C3C83C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1" name="Google Shape;61;p16">
            <a:extLst xmlns:a="http://schemas.openxmlformats.org/drawingml/2006/main">
              <a:ext uri="{FF2B5EF4-FFF2-40B4-BE49-F238E27FC236}">
                <a16:creationId xmlns:a16="http://schemas.microsoft.com/office/drawing/2014/main" id="{C799589A-C8B0-4FAC-842C-D6826CF35B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62" name="Google Shape;62;p16">
            <a:extLst xmlns:a="http://schemas.openxmlformats.org/drawingml/2006/main">
              <a:ext uri="{FF2B5EF4-FFF2-40B4-BE49-F238E27FC236}">
                <a16:creationId xmlns:a16="http://schemas.microsoft.com/office/drawing/2014/main" id="{4A207519-7626-4CD3-8945-E8A05D2105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00" y="1440000"/>
            <a:ext cx="90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2pPr>
            <a:lvl3pPr marL="1371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18288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4pPr>
            <a:lvl5pPr marL="22860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63" name="Google Shape;63;p16">
            <a:extLst xmlns:a="http://schemas.openxmlformats.org/drawingml/2006/main">
              <a:ext uri="{FF2B5EF4-FFF2-40B4-BE49-F238E27FC236}">
                <a16:creationId xmlns:a16="http://schemas.microsoft.com/office/drawing/2014/main" id="{1E229162-F4EB-49AC-B2BE-EB8350C41B3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60000" y="1799999"/>
            <a:ext cx="900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64" name="Google Shape;64;p16">
            <a:extLst xmlns:a="http://schemas.openxmlformats.org/drawingml/2006/main">
              <a:ext uri="{FF2B5EF4-FFF2-40B4-BE49-F238E27FC236}">
                <a16:creationId xmlns:a16="http://schemas.microsoft.com/office/drawing/2014/main" id="{4C34BA6D-B822-48ED-B49B-3821EEE8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1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65" name="Google Shape;65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0efd3992744481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5"/>
            <a:ext cx="835200" cy="4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matchingName="Headline only">
  <p:cSld name="Headlin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17">
            <a:extLst xmlns:a="http://schemas.openxmlformats.org/drawingml/2006/main">
              <a:ext uri="{FF2B5EF4-FFF2-40B4-BE49-F238E27FC236}">
                <a16:creationId xmlns:a16="http://schemas.microsoft.com/office/drawing/2014/main" id="{6889D450-A3D2-42E7-8CDC-AA6FF91BEE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8" name="Google Shape;68;p17">
            <a:extLst xmlns:a="http://schemas.openxmlformats.org/drawingml/2006/main">
              <a:ext uri="{FF2B5EF4-FFF2-40B4-BE49-F238E27FC236}">
                <a16:creationId xmlns:a16="http://schemas.microsoft.com/office/drawing/2014/main" id="{935045EC-14D1-42E8-AFE8-657A9C057D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showMasterSp="0" matchingName="Headline only Dark">
  <p:cSld name="Headline only Dark">
    <p:bg>
      <p:bgPr>
        <a:solidFill xmlns:a="http://schemas.openxmlformats.org/drawingml/2006/main">
          <a:schemeClr val="accen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Google Shape;70;p18">
            <a:extLst xmlns:a="http://schemas.openxmlformats.org/drawingml/2006/main">
              <a:ext uri="{FF2B5EF4-FFF2-40B4-BE49-F238E27FC236}">
                <a16:creationId xmlns:a16="http://schemas.microsoft.com/office/drawing/2014/main" id="{0A0AC6EF-CFCF-4CF2-9392-8CE160FD07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1" name="Google Shape;71;p18">
            <a:extLst xmlns:a="http://schemas.openxmlformats.org/drawingml/2006/main">
              <a:ext uri="{FF2B5EF4-FFF2-40B4-BE49-F238E27FC236}">
                <a16:creationId xmlns:a16="http://schemas.microsoft.com/office/drawing/2014/main" id="{341DB910-EDE0-4339-9A71-8F529152FD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72" name="Google Shape;72;p18">
            <a:extLst xmlns:a="http://schemas.openxmlformats.org/drawingml/2006/main">
              <a:ext uri="{FF2B5EF4-FFF2-40B4-BE49-F238E27FC236}">
                <a16:creationId xmlns:a16="http://schemas.microsoft.com/office/drawing/2014/main" id="{F8C6F33A-015F-42B1-825C-6C5B5E94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1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73" name="Google Shape;73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b1c1ed4cc20406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5"/>
            <a:ext cx="835200" cy="4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1.xml><?xml version="1.0" encoding="utf-8"?>
<p:sldLayout xmlns:p="http://schemas.openxmlformats.org/presentationml/2006/main" showMasterSp="0" matchingName="1_Headline only Teal">
  <p:cSld name="1_Headline only Teal">
    <p:bg>
      <p:bgPr>
        <a:solidFill xmlns:a="http://schemas.openxmlformats.org/drawingml/2006/main">
          <a:schemeClr val="accent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9">
            <a:extLst xmlns:a="http://schemas.openxmlformats.org/drawingml/2006/main">
              <a:ext uri="{FF2B5EF4-FFF2-40B4-BE49-F238E27FC236}">
                <a16:creationId xmlns:a16="http://schemas.microsoft.com/office/drawing/2014/main" id="{CE6AEAA3-AEF2-4B80-B788-2E73B11B27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Google Shape;76;p19">
            <a:extLst xmlns:a="http://schemas.openxmlformats.org/drawingml/2006/main">
              <a:ext uri="{FF2B5EF4-FFF2-40B4-BE49-F238E27FC236}">
                <a16:creationId xmlns:a16="http://schemas.microsoft.com/office/drawing/2014/main" id="{EA2B15B8-21DE-4188-9E9B-91237CB884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77" name="Google Shape;77;p19">
            <a:extLst xmlns:a="http://schemas.openxmlformats.org/drawingml/2006/main">
              <a:ext uri="{FF2B5EF4-FFF2-40B4-BE49-F238E27FC236}">
                <a16:creationId xmlns:a16="http://schemas.microsoft.com/office/drawing/2014/main" id="{EFB2484E-935B-4448-B2B6-2585386C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1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78" name="Google Shape;78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bdca8d48b804dc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5"/>
            <a:ext cx="835200" cy="4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2.xml><?xml version="1.0" encoding="utf-8"?>
<p:sldLayout xmlns:p="http://schemas.openxmlformats.org/presentationml/2006/main" showMasterSp="0" matchingName="Comparison">
  <p:cSld name="Comparison">
    <p:bg>
      <p:bgPr>
        <a:solidFill xmlns:a="http://schemas.openxmlformats.org/drawingml/2006/main">
          <a:schemeClr val="accent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oogle Shape;80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94cfdc88f994ec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7567885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1" name="Google Shape;81;p20">
            <a:extLst xmlns:a="http://schemas.openxmlformats.org/drawingml/2006/main">
              <a:ext uri="{FF2B5EF4-FFF2-40B4-BE49-F238E27FC236}">
                <a16:creationId xmlns:a16="http://schemas.microsoft.com/office/drawing/2014/main" id="{37B7B48E-6B90-411F-BB0D-D2FAFF49BE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82" name="Google Shape;82;p20">
            <a:extLst xmlns:a="http://schemas.openxmlformats.org/drawingml/2006/main">
              <a:ext uri="{FF2B5EF4-FFF2-40B4-BE49-F238E27FC236}">
                <a16:creationId xmlns:a16="http://schemas.microsoft.com/office/drawing/2014/main" id="{F4DF674F-B85C-4D03-956B-241D5160A9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1674394"/>
            <a:ext cx="504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83" name="Google Shape;83;p20">
            <a:extLst xmlns:a="http://schemas.openxmlformats.org/drawingml/2006/main">
              <a:ext uri="{FF2B5EF4-FFF2-40B4-BE49-F238E27FC236}">
                <a16:creationId xmlns:a16="http://schemas.microsoft.com/office/drawing/2014/main" id="{69003C7D-AA5E-4E3C-8E00-8EE0DF7A16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80000" y="1674393"/>
            <a:ext cx="504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4" name="Google Shape;84;p20">
            <a:extLst xmlns:a="http://schemas.openxmlformats.org/drawingml/2006/main">
              <a:ext uri="{FF2B5EF4-FFF2-40B4-BE49-F238E27FC236}">
                <a16:creationId xmlns:a16="http://schemas.microsoft.com/office/drawing/2014/main" id="{AC1A286A-63B0-4A42-B17D-A4C96311EEC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80000" y="2834245"/>
            <a:ext cx="5040000" cy="32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3528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5" name="Google Shape;85;p20">
            <a:extLst xmlns:a="http://schemas.openxmlformats.org/drawingml/2006/main">
              <a:ext uri="{FF2B5EF4-FFF2-40B4-BE49-F238E27FC236}">
                <a16:creationId xmlns:a16="http://schemas.microsoft.com/office/drawing/2014/main" id="{761A2C84-2B15-4065-8BD4-6C2034EFAFF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360000" y="2834245"/>
            <a:ext cx="5040000" cy="32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3528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6" name="Google Shape;86;p20">
            <a:extLst xmlns:a="http://schemas.openxmlformats.org/drawingml/2006/main">
              <a:ext uri="{FF2B5EF4-FFF2-40B4-BE49-F238E27FC236}">
                <a16:creationId xmlns:a16="http://schemas.microsoft.com/office/drawing/2014/main" id="{C50EED96-E15C-4320-AAE9-1A819EB8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0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87" name="Google Shape;87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df84939e12d448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5"/>
            <a:ext cx="835200" cy="4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3.xml><?xml version="1.0" encoding="utf-8"?>
<p:sldLayout xmlns:p="http://schemas.openxmlformats.org/presentationml/2006/main" showMasterSp="0" matchingName="Quote Slide">
  <p:cSld name="Quote Slide">
    <p:bg>
      <p:bgPr>
        <a:solidFill xmlns:a="http://schemas.openxmlformats.org/drawingml/2006/main">
          <a:schemeClr val="accen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Google Shape;89;p21">
            <a:extLst xmlns:a="http://schemas.openxmlformats.org/drawingml/2006/main">
              <a:ext uri="{FF2B5EF4-FFF2-40B4-BE49-F238E27FC236}">
                <a16:creationId xmlns:a16="http://schemas.microsoft.com/office/drawing/2014/main" id="{B0C06167-2AFB-4EF3-91B7-4D006436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4946" y="4955133"/>
            <a:ext cx="2120057" cy="1"/>
          </a:xfrm>
          <a:custGeom xmlns:a="http://schemas.openxmlformats.org/drawingml/2006/main">
            <a:rect l="l" t="t" r="r" b="b"/>
            <a:pathLst>
              <a:path w="21600" h="1200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90" name="Google Shape;90;p21">
            <a:extLst xmlns:a="http://schemas.openxmlformats.org/drawingml/2006/main">
              <a:ext uri="{FF2B5EF4-FFF2-40B4-BE49-F238E27FC236}">
                <a16:creationId xmlns:a16="http://schemas.microsoft.com/office/drawing/2014/main" id="{5D899CAF-D8C9-4134-A105-565EF958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734" y="2179914"/>
            <a:ext cx="239177" cy="327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91" name="Google Shape;91;p21">
            <a:extLst xmlns:a="http://schemas.openxmlformats.org/drawingml/2006/main">
              <a:ext uri="{FF2B5EF4-FFF2-40B4-BE49-F238E27FC236}">
                <a16:creationId xmlns:a16="http://schemas.microsoft.com/office/drawing/2014/main" id="{1E6AB139-B926-4230-BCDA-A845B560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29" y="190499"/>
            <a:ext cx="11848241" cy="6477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2" name="Google Shape;92;p21">
            <a:extLst xmlns:a="http://schemas.openxmlformats.org/drawingml/2006/main">
              <a:ext uri="{FF2B5EF4-FFF2-40B4-BE49-F238E27FC236}">
                <a16:creationId xmlns:a16="http://schemas.microsoft.com/office/drawing/2014/main" id="{29E9C145-5FB0-4AC0-9CCA-26084019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9366432" y="5569929"/>
            <a:ext cx="505472" cy="5054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2B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3" name="Google Shape;93;p21">
            <a:extLst xmlns:a="http://schemas.openxmlformats.org/drawingml/2006/main">
              <a:ext uri="{FF2B5EF4-FFF2-40B4-BE49-F238E27FC236}">
                <a16:creationId xmlns:a16="http://schemas.microsoft.com/office/drawing/2014/main" id="{2E7ACDA8-F4D9-49E8-AF10-57A3448323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91200" y="2187168"/>
            <a:ext cx="8405525" cy="19773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rgbClr val="FFFFFF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94" name="Google Shape;94;p21">
            <a:extLst xmlns:a="http://schemas.openxmlformats.org/drawingml/2006/main">
              <a:ext uri="{FF2B5EF4-FFF2-40B4-BE49-F238E27FC236}">
                <a16:creationId xmlns:a16="http://schemas.microsoft.com/office/drawing/2014/main" id="{5BB5C7DD-CC48-4C8D-A127-FD671A77DC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91200" y="4421963"/>
            <a:ext cx="7025229" cy="8355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pic>
        <p:nvPicPr>
          <p:cNvPr id="95" name="Google Shape;95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b123374fdfa4fc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374886" y="5067046"/>
            <a:ext cx="2006600" cy="1003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6" name="Google Shape;96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ebd4c95f25e4bb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5"/>
            <a:ext cx="835200" cy="4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4.xml><?xml version="1.0" encoding="utf-8"?>
<p:sldLayout xmlns:p="http://schemas.openxmlformats.org/presentationml/2006/main" matchingName="Content with photo">
  <p:cSld name="Content with pho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Google Shape;98;p22">
            <a:extLst xmlns:a="http://schemas.openxmlformats.org/drawingml/2006/main">
              <a:ext uri="{FF2B5EF4-FFF2-40B4-BE49-F238E27FC236}">
                <a16:creationId xmlns:a16="http://schemas.microsoft.com/office/drawing/2014/main" id="{4612FA60-17AB-4357-862B-5EE8D293922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937500" y="1447601"/>
            <a:ext cx="4241800" cy="5410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99" name="Google Shape;99;p22">
            <a:extLst xmlns:a="http://schemas.openxmlformats.org/drawingml/2006/main">
              <a:ext uri="{FF2B5EF4-FFF2-40B4-BE49-F238E27FC236}">
                <a16:creationId xmlns:a16="http://schemas.microsoft.com/office/drawing/2014/main" id="{A314A9FB-84BD-49FD-8BC8-865A7E8983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00" name="Google Shape;100;p22">
            <a:extLst xmlns:a="http://schemas.openxmlformats.org/drawingml/2006/main">
              <a:ext uri="{FF2B5EF4-FFF2-40B4-BE49-F238E27FC236}">
                <a16:creationId xmlns:a16="http://schemas.microsoft.com/office/drawing/2014/main" id="{566C20A8-51B6-4A89-BC0F-B83BCDA6B9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01" name="Google Shape;101;p22">
            <a:extLst xmlns:a="http://schemas.openxmlformats.org/drawingml/2006/main">
              <a:ext uri="{FF2B5EF4-FFF2-40B4-BE49-F238E27FC236}">
                <a16:creationId xmlns:a16="http://schemas.microsoft.com/office/drawing/2014/main" id="{4D989FE0-F038-43D2-ADD4-C7C0990EBF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00" y="1440000"/>
            <a:ext cx="72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2pPr>
            <a:lvl3pPr marL="1371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4pPr>
            <a:lvl5pPr marL="22860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2" name="Google Shape;102;p22">
            <a:extLst xmlns:a="http://schemas.openxmlformats.org/drawingml/2006/main">
              <a:ext uri="{FF2B5EF4-FFF2-40B4-BE49-F238E27FC236}">
                <a16:creationId xmlns:a16="http://schemas.microsoft.com/office/drawing/2014/main" id="{27F9A511-E9EE-4BDD-A2AD-BFF2F2A68BC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360000" y="1799999"/>
            <a:ext cx="720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pic>
        <p:nvPicPr>
          <p:cNvPr id="103" name="Google Shape;103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003d662ed0e48f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937500" y="3935445"/>
            <a:ext cx="965200" cy="965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4" name="Google Shape;104;p22">
            <a:extLst xmlns:a="http://schemas.openxmlformats.org/drawingml/2006/main">
              <a:ext uri="{FF2B5EF4-FFF2-40B4-BE49-F238E27FC236}">
                <a16:creationId xmlns:a16="http://schemas.microsoft.com/office/drawing/2014/main" id="{121510FB-A99B-4604-8DE0-693AFB4F64DF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2793987" y="4888595"/>
            <a:ext cx="6980036" cy="19694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2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7500" tIns="317500" rIns="317500" bIns="317500" anchor="t">
            <a:noAutofit/>
          </a:bodyPr>
          <a:lstStyle xmlns:a="http://schemas.openxmlformats.org/drawingml/2006/main">
            <a:lvl1pPr marL="457200" indent="-22860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  <a:defRPr sz="1900" b="1" i="0" u="none" cap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5" name="Google Shape;105;p22">
            <a:extLst xmlns:a="http://schemas.openxmlformats.org/drawingml/2006/main">
              <a:ext uri="{FF2B5EF4-FFF2-40B4-BE49-F238E27FC236}">
                <a16:creationId xmlns:a16="http://schemas.microsoft.com/office/drawing/2014/main" id="{038479BC-4197-43DB-BCA3-2B49C110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0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showMasterSp="0" matchingName="TOC Slide 4">
  <p:cSld name="TOC Slide 4">
    <p:bg>
      <p:bgPr>
        <a:solidFill xmlns:a="http://schemas.openxmlformats.org/drawingml/2006/main">
          <a:schemeClr val="accent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Google Shape;107;p23">
            <a:extLst xmlns:a="http://schemas.openxmlformats.org/drawingml/2006/main">
              <a:ext uri="{FF2B5EF4-FFF2-40B4-BE49-F238E27FC236}">
                <a16:creationId xmlns:a16="http://schemas.microsoft.com/office/drawing/2014/main" id="{52595770-5AA6-49B4-A407-F8586992B4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08" name="Google Shape;108;p23">
            <a:extLst xmlns:a="http://schemas.openxmlformats.org/drawingml/2006/main">
              <a:ext uri="{FF2B5EF4-FFF2-40B4-BE49-F238E27FC236}">
                <a16:creationId xmlns:a16="http://schemas.microsoft.com/office/drawing/2014/main" id="{D99AF965-DF24-481B-BF92-D20724B897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09" name="Google Shape;109;p23">
            <a:extLst xmlns:a="http://schemas.openxmlformats.org/drawingml/2006/main">
              <a:ext uri="{FF2B5EF4-FFF2-40B4-BE49-F238E27FC236}">
                <a16:creationId xmlns:a16="http://schemas.microsoft.com/office/drawing/2014/main" id="{6FCEF3E4-11E2-4FEE-B3BD-1003703456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00" y="3445170"/>
            <a:ext cx="252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10" name="Google Shape;110;p23">
            <a:extLst xmlns:a="http://schemas.openxmlformats.org/drawingml/2006/main">
              <a:ext uri="{FF2B5EF4-FFF2-40B4-BE49-F238E27FC236}">
                <a16:creationId xmlns:a16="http://schemas.microsoft.com/office/drawing/2014/main" id="{BFE5621F-9199-4618-8987-ADDF579A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1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1" name="Google Shape;111;p23">
            <a:extLst xmlns:a="http://schemas.openxmlformats.org/drawingml/2006/main">
              <a:ext uri="{FF2B5EF4-FFF2-40B4-BE49-F238E27FC236}">
                <a16:creationId xmlns:a16="http://schemas.microsoft.com/office/drawing/2014/main" id="{6757BBA0-6DD3-4714-80D6-4C00A1C0DC9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229990" y="3445170"/>
            <a:ext cx="252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12" name="Google Shape;112;p23">
            <a:extLst xmlns:a="http://schemas.openxmlformats.org/drawingml/2006/main">
              <a:ext uri="{FF2B5EF4-FFF2-40B4-BE49-F238E27FC236}">
                <a16:creationId xmlns:a16="http://schemas.microsoft.com/office/drawing/2014/main" id="{9808C8FA-AAD6-469B-830A-16AB6B44D98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099980" y="3445170"/>
            <a:ext cx="252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13" name="Google Shape;113;p23">
            <a:extLst xmlns:a="http://schemas.openxmlformats.org/drawingml/2006/main">
              <a:ext uri="{FF2B5EF4-FFF2-40B4-BE49-F238E27FC236}">
                <a16:creationId xmlns:a16="http://schemas.microsoft.com/office/drawing/2014/main" id="{B62EC5CA-F8FA-42C1-960B-9F386138BB52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8969970" y="3445170"/>
            <a:ext cx="252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pic>
        <p:nvPicPr>
          <p:cNvPr id="114" name="Google Shape;114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125e703670c474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5"/>
            <a:ext cx="835200" cy="4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6.xml><?xml version="1.0" encoding="utf-8"?>
<p:sldLayout xmlns:p="http://schemas.openxmlformats.org/presentationml/2006/main" showMasterSp="0" matchingName="TOC Slide 8">
  <p:cSld name="TOC Slide 8">
    <p:bg>
      <p:bgPr>
        <a:solidFill xmlns:a="http://schemas.openxmlformats.org/drawingml/2006/main">
          <a:schemeClr val="accent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Google Shape;116;p24">
            <a:extLst xmlns:a="http://schemas.openxmlformats.org/drawingml/2006/main">
              <a:ext uri="{FF2B5EF4-FFF2-40B4-BE49-F238E27FC236}">
                <a16:creationId xmlns:a16="http://schemas.microsoft.com/office/drawing/2014/main" id="{1F1C6217-5898-4ED1-8407-9B78BC8A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17" name="Google Shape;117;p24">
            <a:extLst xmlns:a="http://schemas.openxmlformats.org/drawingml/2006/main">
              <a:ext uri="{FF2B5EF4-FFF2-40B4-BE49-F238E27FC236}">
                <a16:creationId xmlns:a16="http://schemas.microsoft.com/office/drawing/2014/main" id="{302A0DC1-CBD6-4835-BBF0-A6046F9EDF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18" name="Google Shape;118;p24">
            <a:extLst xmlns:a="http://schemas.openxmlformats.org/drawingml/2006/main">
              <a:ext uri="{FF2B5EF4-FFF2-40B4-BE49-F238E27FC236}">
                <a16:creationId xmlns:a16="http://schemas.microsoft.com/office/drawing/2014/main" id="{13D0539E-0AC0-4A27-B0D1-2AF0BB5898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00" y="1565570"/>
            <a:ext cx="252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19" name="Google Shape;119;p24">
            <a:extLst xmlns:a="http://schemas.openxmlformats.org/drawingml/2006/main">
              <a:ext uri="{FF2B5EF4-FFF2-40B4-BE49-F238E27FC236}">
                <a16:creationId xmlns:a16="http://schemas.microsoft.com/office/drawing/2014/main" id="{4A0F99BE-3233-468C-B2F2-CFA54F46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1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0" name="Google Shape;120;p24">
            <a:extLst xmlns:a="http://schemas.openxmlformats.org/drawingml/2006/main">
              <a:ext uri="{FF2B5EF4-FFF2-40B4-BE49-F238E27FC236}">
                <a16:creationId xmlns:a16="http://schemas.microsoft.com/office/drawing/2014/main" id="{E6CF25AA-9DF8-4FE0-9546-568CB52AAE4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229990" y="1565570"/>
            <a:ext cx="252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21" name="Google Shape;121;p24">
            <a:extLst xmlns:a="http://schemas.openxmlformats.org/drawingml/2006/main">
              <a:ext uri="{FF2B5EF4-FFF2-40B4-BE49-F238E27FC236}">
                <a16:creationId xmlns:a16="http://schemas.microsoft.com/office/drawing/2014/main" id="{8F944043-AA85-42B5-A4EB-FB17FB68BDF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099980" y="1565570"/>
            <a:ext cx="252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22" name="Google Shape;122;p24">
            <a:extLst xmlns:a="http://schemas.openxmlformats.org/drawingml/2006/main">
              <a:ext uri="{FF2B5EF4-FFF2-40B4-BE49-F238E27FC236}">
                <a16:creationId xmlns:a16="http://schemas.microsoft.com/office/drawing/2014/main" id="{BEB57F0B-5B03-487C-8233-DB9FB23F17C1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8969970" y="1565570"/>
            <a:ext cx="252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23" name="Google Shape;123;p24">
            <a:extLst xmlns:a="http://schemas.openxmlformats.org/drawingml/2006/main">
              <a:ext uri="{FF2B5EF4-FFF2-40B4-BE49-F238E27FC236}">
                <a16:creationId xmlns:a16="http://schemas.microsoft.com/office/drawing/2014/main" id="{3EFBC247-A44D-4A4D-9FD8-C9DD35DE1CCA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360000" y="4077072"/>
            <a:ext cx="252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24" name="Google Shape;124;p24">
            <a:extLst xmlns:a="http://schemas.openxmlformats.org/drawingml/2006/main">
              <a:ext uri="{FF2B5EF4-FFF2-40B4-BE49-F238E27FC236}">
                <a16:creationId xmlns:a16="http://schemas.microsoft.com/office/drawing/2014/main" id="{702E5068-5015-42F9-B905-648A174EB1BA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3229990" y="4077072"/>
            <a:ext cx="252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25" name="Google Shape;125;p24">
            <a:extLst xmlns:a="http://schemas.openxmlformats.org/drawingml/2006/main">
              <a:ext uri="{FF2B5EF4-FFF2-40B4-BE49-F238E27FC236}">
                <a16:creationId xmlns:a16="http://schemas.microsoft.com/office/drawing/2014/main" id="{09568342-0543-496B-8530-378CE0D68638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099980" y="4077072"/>
            <a:ext cx="252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26" name="Google Shape;126;p24">
            <a:extLst xmlns:a="http://schemas.openxmlformats.org/drawingml/2006/main">
              <a:ext uri="{FF2B5EF4-FFF2-40B4-BE49-F238E27FC236}">
                <a16:creationId xmlns:a16="http://schemas.microsoft.com/office/drawing/2014/main" id="{619FA87E-8B2F-477C-AA04-83187F4557A1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8969970" y="4077072"/>
            <a:ext cx="252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pic>
        <p:nvPicPr>
          <p:cNvPr id="127" name="Google Shape;127;p2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a9800c03f73466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5"/>
            <a:ext cx="835200" cy="4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7.xml><?xml version="1.0" encoding="utf-8"?>
<p:sldLayout xmlns:p="http://schemas.openxmlformats.org/presentationml/2006/main" showMasterSp="0" matchingName="Agenda slide Table Dark">
  <p:cSld name="Agenda slide Table Dark">
    <p:bg>
      <p:bgPr>
        <a:solidFill xmlns:a="http://schemas.openxmlformats.org/drawingml/2006/main">
          <a:schemeClr val="accen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9" name="Google Shape;129;p25">
            <a:extLst xmlns:a="http://schemas.openxmlformats.org/drawingml/2006/main">
              <a:ext uri="{FF2B5EF4-FFF2-40B4-BE49-F238E27FC236}">
                <a16:creationId xmlns:a16="http://schemas.microsoft.com/office/drawing/2014/main" id="{5AA92133-3B39-42BC-8DA8-FA2FA20C4C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30" name="Google Shape;130;p25">
            <a:extLst xmlns:a="http://schemas.openxmlformats.org/drawingml/2006/main">
              <a:ext uri="{FF2B5EF4-FFF2-40B4-BE49-F238E27FC236}">
                <a16:creationId xmlns:a16="http://schemas.microsoft.com/office/drawing/2014/main" id="{8F91DC11-78E0-48AD-BFD1-B1A3FD3188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31" name="Google Shape;131;p25">
            <a:extLst xmlns:a="http://schemas.openxmlformats.org/drawingml/2006/main">
              <a:ext uri="{FF2B5EF4-FFF2-40B4-BE49-F238E27FC236}">
                <a16:creationId xmlns:a16="http://schemas.microsoft.com/office/drawing/2014/main" id="{B6DD928C-43F2-4E17-BDC1-135F6490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1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32" name="Google Shape;132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6a155ff188442b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5"/>
            <a:ext cx="835200" cy="4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8.xml><?xml version="1.0" encoding="utf-8"?>
<p:sldLayout xmlns:p="http://schemas.openxmlformats.org/presentationml/2006/main" showMasterSp="0" matchingName="Agenda slide Table">
  <p:cSld name="Agenda slide Table">
    <p:bg>
      <p:bgPr>
        <a:solidFill xmlns:a="http://schemas.openxmlformats.org/drawingml/2006/main">
          <a:schemeClr val="accent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" name="Google Shape;134;p26">
            <a:extLst xmlns:a="http://schemas.openxmlformats.org/drawingml/2006/main">
              <a:ext uri="{FF2B5EF4-FFF2-40B4-BE49-F238E27FC236}">
                <a16:creationId xmlns:a16="http://schemas.microsoft.com/office/drawing/2014/main" id="{E255430B-6B8F-4ACE-84C9-52A9066D75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35" name="Google Shape;135;p26">
            <a:extLst xmlns:a="http://schemas.openxmlformats.org/drawingml/2006/main">
              <a:ext uri="{FF2B5EF4-FFF2-40B4-BE49-F238E27FC236}">
                <a16:creationId xmlns:a16="http://schemas.microsoft.com/office/drawing/2014/main" id="{160791E6-0B92-425F-A8F3-99E086D35B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36" name="Google Shape;136;p26">
            <a:extLst xmlns:a="http://schemas.openxmlformats.org/drawingml/2006/main">
              <a:ext uri="{FF2B5EF4-FFF2-40B4-BE49-F238E27FC236}">
                <a16:creationId xmlns:a16="http://schemas.microsoft.com/office/drawing/2014/main" id="{34E7C5D0-4981-420F-B00C-DB100C0F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1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37" name="Google Shape;137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a050e43deb34c1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5"/>
            <a:ext cx="835200" cy="4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9.xml><?xml version="1.0" encoding="utf-8"?>
<p:sldLayout xmlns:p="http://schemas.openxmlformats.org/presentationml/2006/main" matchingName="Statement">
  <p:cSld name="Statem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Google Shape;139;p27">
            <a:extLst xmlns:a="http://schemas.openxmlformats.org/drawingml/2006/main">
              <a:ext uri="{FF2B5EF4-FFF2-40B4-BE49-F238E27FC236}">
                <a16:creationId xmlns:a16="http://schemas.microsoft.com/office/drawing/2014/main" id="{610CF737-4470-489F-830C-36FC17539C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40" name="Google Shape;140;p27">
            <a:extLst xmlns:a="http://schemas.openxmlformats.org/drawingml/2006/main">
              <a:ext uri="{FF2B5EF4-FFF2-40B4-BE49-F238E27FC236}">
                <a16:creationId xmlns:a16="http://schemas.microsoft.com/office/drawing/2014/main" id="{D7264804-D6B0-4DDA-997A-DCAEB4D10C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41" name="Google Shape;141;p27">
            <a:extLst xmlns:a="http://schemas.openxmlformats.org/drawingml/2006/main">
              <a:ext uri="{FF2B5EF4-FFF2-40B4-BE49-F238E27FC236}">
                <a16:creationId xmlns:a16="http://schemas.microsoft.com/office/drawing/2014/main" id="{D85A1234-9E42-4227-9733-9AD8F1AB28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00" y="2610760"/>
            <a:ext cx="3478685" cy="210820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875" tIns="182875" rIns="182875" bIns="182875" anchor="ctr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defRPr>
            </a:lvl2pPr>
            <a:lvl3pPr marL="13716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defRPr>
            </a:lvl3pPr>
            <a:lvl4pPr marL="18288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defRPr>
            </a:lvl4pPr>
            <a:lvl5pPr marL="22860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42" name="Google Shape;142;p27">
            <a:extLst xmlns:a="http://schemas.openxmlformats.org/drawingml/2006/main">
              <a:ext uri="{FF2B5EF4-FFF2-40B4-BE49-F238E27FC236}">
                <a16:creationId xmlns:a16="http://schemas.microsoft.com/office/drawing/2014/main" id="{6ED7DCB0-A771-4EED-9580-63281480402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308328" y="2610760"/>
            <a:ext cx="3478685" cy="210820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875" tIns="182875" rIns="182875" bIns="182875" anchor="ctr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defRPr>
            </a:lvl2pPr>
            <a:lvl3pPr marL="13716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defRPr>
            </a:lvl3pPr>
            <a:lvl4pPr marL="18288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defRPr>
            </a:lvl4pPr>
            <a:lvl5pPr marL="22860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43" name="Google Shape;143;p27">
            <a:extLst xmlns:a="http://schemas.openxmlformats.org/drawingml/2006/main">
              <a:ext uri="{FF2B5EF4-FFF2-40B4-BE49-F238E27FC236}">
                <a16:creationId xmlns:a16="http://schemas.microsoft.com/office/drawing/2014/main" id="{C0857251-9024-47CB-AD50-097D4914F81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8256655" y="2610760"/>
            <a:ext cx="3478685" cy="210820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875" tIns="182875" rIns="182875" bIns="182875" anchor="ctr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defRPr>
            </a:lvl2pPr>
            <a:lvl3pPr marL="13716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defRPr>
            </a:lvl3pPr>
            <a:lvl4pPr marL="18288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defRPr>
            </a:lvl4pPr>
            <a:lvl5pPr marL="22860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0.xml><?xml version="1.0" encoding="utf-8"?>
<p:sldLayout xmlns:p="http://schemas.openxmlformats.org/presentationml/2006/main" showMasterSp="0" matchingName="Slide with logo Dark">
  <p:cSld name="Slide with logo Dark">
    <p:bg>
      <p:bgPr>
        <a:solidFill xmlns:a="http://schemas.openxmlformats.org/drawingml/2006/main">
          <a:schemeClr val="accen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" name="Google Shape;145;p28">
            <a:extLst xmlns:a="http://schemas.openxmlformats.org/drawingml/2006/main">
              <a:ext uri="{FF2B5EF4-FFF2-40B4-BE49-F238E27FC236}">
                <a16:creationId xmlns:a16="http://schemas.microsoft.com/office/drawing/2014/main" id="{C8948C48-198F-40AC-B6C0-56C79B9C86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46" name="Google Shape;146;p28">
            <a:extLst xmlns:a="http://schemas.openxmlformats.org/drawingml/2006/main">
              <a:ext uri="{FF2B5EF4-FFF2-40B4-BE49-F238E27FC236}">
                <a16:creationId xmlns:a16="http://schemas.microsoft.com/office/drawing/2014/main" id="{DB6FD719-6C15-4DC7-AC30-C41F8FF2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1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47" name="Google Shape;147;p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6064239704348a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5"/>
            <a:ext cx="835200" cy="4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1.xml><?xml version="1.0" encoding="utf-8"?>
<p:sldLayout xmlns:p="http://schemas.openxmlformats.org/presentationml/2006/main" showMasterSp="0" matchingName="1_Slide with logo Teal">
  <p:cSld name="1_Slide with logo Teal">
    <p:bg>
      <p:bgPr>
        <a:solidFill xmlns:a="http://schemas.openxmlformats.org/drawingml/2006/main">
          <a:schemeClr val="accent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Google Shape;149;p29">
            <a:extLst xmlns:a="http://schemas.openxmlformats.org/drawingml/2006/main">
              <a:ext uri="{FF2B5EF4-FFF2-40B4-BE49-F238E27FC236}">
                <a16:creationId xmlns:a16="http://schemas.microsoft.com/office/drawing/2014/main" id="{2467FF43-CBD0-4F12-AD0E-771BB9DC96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50" name="Google Shape;150;p29">
            <a:extLst xmlns:a="http://schemas.openxmlformats.org/drawingml/2006/main">
              <a:ext uri="{FF2B5EF4-FFF2-40B4-BE49-F238E27FC236}">
                <a16:creationId xmlns:a16="http://schemas.microsoft.com/office/drawing/2014/main" id="{1365CF70-C92F-4FF5-B8D9-42CD2453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1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51" name="Google Shape;151;p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a1d683c97b74c8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5"/>
            <a:ext cx="835200" cy="4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2.xml><?xml version="1.0" encoding="utf-8"?>
<p:sldLayout xmlns:p="http://schemas.openxmlformats.org/presentationml/2006/main" showMasterSp="0" matchingName="Thank You Slide">
  <p:cSld name="Thank You Slide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" name="Google Shape;153;p30">
            <a:extLst xmlns:a="http://schemas.openxmlformats.org/drawingml/2006/main">
              <a:ext uri="{FF2B5EF4-FFF2-40B4-BE49-F238E27FC236}">
                <a16:creationId xmlns:a16="http://schemas.microsoft.com/office/drawing/2014/main" id="{4F9A77F9-8FAC-4D5B-AB3B-F97343A5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29" y="190499"/>
            <a:ext cx="11848241" cy="6477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54" name="Google Shape;154;p3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f6d5c08a28f499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348" y="393566"/>
            <a:ext cx="6557644" cy="35560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5" name="Google Shape;155;p30">
            <a:extLst xmlns:a="http://schemas.openxmlformats.org/drawingml/2006/main">
              <a:ext uri="{FF2B5EF4-FFF2-40B4-BE49-F238E27FC236}">
                <a16:creationId xmlns:a16="http://schemas.microsoft.com/office/drawing/2014/main" id="{50D16268-BB4C-4F3D-AF19-F98C2EB46A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7538" y="4291334"/>
            <a:ext cx="23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56" name="Google Shape;156;p30">
            <a:extLst xmlns:a="http://schemas.openxmlformats.org/drawingml/2006/main">
              <a:ext uri="{FF2B5EF4-FFF2-40B4-BE49-F238E27FC236}">
                <a16:creationId xmlns:a16="http://schemas.microsoft.com/office/drawing/2014/main" id="{F3E62B12-0754-4B02-9C07-EC4B6C74DDF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473690" y="4291334"/>
            <a:ext cx="23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57" name="Google Shape;157;p30">
            <a:extLst xmlns:a="http://schemas.openxmlformats.org/drawingml/2006/main">
              <a:ext uri="{FF2B5EF4-FFF2-40B4-BE49-F238E27FC236}">
                <a16:creationId xmlns:a16="http://schemas.microsoft.com/office/drawing/2014/main" id="{EC11EA86-96F3-46C6-852E-ED86AA03BBA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329842" y="4291334"/>
            <a:ext cx="23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58" name="Google Shape;158;p30">
            <a:extLst xmlns:a="http://schemas.openxmlformats.org/drawingml/2006/main">
              <a:ext uri="{FF2B5EF4-FFF2-40B4-BE49-F238E27FC236}">
                <a16:creationId xmlns:a16="http://schemas.microsoft.com/office/drawing/2014/main" id="{D6058F4B-791A-4424-81D2-BD8ADB62E0B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9185994" y="4291334"/>
            <a:ext cx="23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59" name="Google Shape;159;p30">
            <a:extLst xmlns:a="http://schemas.openxmlformats.org/drawingml/2006/main">
              <a:ext uri="{FF2B5EF4-FFF2-40B4-BE49-F238E27FC236}">
                <a16:creationId xmlns:a16="http://schemas.microsoft.com/office/drawing/2014/main" id="{9DC6C36F-82CE-416F-BE82-6C8A8BAA8B05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617538" y="4725144"/>
            <a:ext cx="23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60" name="Google Shape;160;p30">
            <a:extLst xmlns:a="http://schemas.openxmlformats.org/drawingml/2006/main">
              <a:ext uri="{FF2B5EF4-FFF2-40B4-BE49-F238E27FC236}">
                <a16:creationId xmlns:a16="http://schemas.microsoft.com/office/drawing/2014/main" id="{B155B977-1098-4A2F-9283-DC80DA09229D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3473690" y="4725144"/>
            <a:ext cx="23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61" name="Google Shape;161;p30">
            <a:extLst xmlns:a="http://schemas.openxmlformats.org/drawingml/2006/main">
              <a:ext uri="{FF2B5EF4-FFF2-40B4-BE49-F238E27FC236}">
                <a16:creationId xmlns:a16="http://schemas.microsoft.com/office/drawing/2014/main" id="{A726F2E1-25B2-4749-B95B-56B958148078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329842" y="4725144"/>
            <a:ext cx="23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62" name="Google Shape;162;p30">
            <a:extLst xmlns:a="http://schemas.openxmlformats.org/drawingml/2006/main">
              <a:ext uri="{FF2B5EF4-FFF2-40B4-BE49-F238E27FC236}">
                <a16:creationId xmlns:a16="http://schemas.microsoft.com/office/drawing/2014/main" id="{8CA0EF6C-2A6B-41BC-B469-B0FBD60A1050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9185994" y="4725144"/>
            <a:ext cx="23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pic>
        <p:nvPicPr>
          <p:cNvPr id="163" name="Google Shape;163;p3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d89df7182f24e5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5"/>
            <a:ext cx="835200" cy="4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cf2c0fbe095f4531" /><Relationship Type="http://schemas.openxmlformats.org/officeDocument/2006/relationships/theme" Target="/ppt/slideMasters/theme/theme2.xml" Id="R89e12a1a87f24eb3" /><Relationship Type="http://schemas.openxmlformats.org/officeDocument/2006/relationships/slideLayout" Target="/ppt/slideLayouts/slideLayout1.xml" Id="R89f5e585736548e8" /><Relationship Type="http://schemas.openxmlformats.org/officeDocument/2006/relationships/slideLayout" Target="/ppt/slideLayouts/slideLayout2.xml" Id="R606cefdd1fbb4b29" /><Relationship Type="http://schemas.openxmlformats.org/officeDocument/2006/relationships/slideLayout" Target="/ppt/slideLayouts/slideLayout3.xml" Id="Rdaf34b608b624177" /><Relationship Type="http://schemas.openxmlformats.org/officeDocument/2006/relationships/slideLayout" Target="/ppt/slideLayouts/slideLayout4.xml" Id="R4a4d52b9006b4434" /><Relationship Type="http://schemas.openxmlformats.org/officeDocument/2006/relationships/slideLayout" Target="/ppt/slideLayouts/slideLayout5.xml" Id="R19d8384f497545b2" /><Relationship Type="http://schemas.openxmlformats.org/officeDocument/2006/relationships/slideLayout" Target="/ppt/slideLayouts/slideLayout6.xml" Id="Rf1d53d35fbdd4f3f" /><Relationship Type="http://schemas.openxmlformats.org/officeDocument/2006/relationships/slideLayout" Target="/ppt/slideLayouts/slideLayout7.xml" Id="Rc9157078c2704354" /><Relationship Type="http://schemas.openxmlformats.org/officeDocument/2006/relationships/slideLayout" Target="/ppt/slideLayouts/slideLayout8.xml" Id="Rcd57eadc695b4139" /><Relationship Type="http://schemas.openxmlformats.org/officeDocument/2006/relationships/slideLayout" Target="/ppt/slideLayouts/slideLayout9.xml" Id="Rc3f72f14b30746b1" /><Relationship Type="http://schemas.openxmlformats.org/officeDocument/2006/relationships/slideLayout" Target="/ppt/slideLayouts/slideLayout10.xml" Id="R1b40ac6f4f284456" /><Relationship Type="http://schemas.openxmlformats.org/officeDocument/2006/relationships/slideLayout" Target="/ppt/slideLayouts/slideLayout11.xml" Id="Rc8eb5182274046d8" /><Relationship Type="http://schemas.openxmlformats.org/officeDocument/2006/relationships/slideLayout" Target="/ppt/slideLayouts/slideLayout12.xml" Id="R0b860f76228948a3" /><Relationship Type="http://schemas.openxmlformats.org/officeDocument/2006/relationships/slideLayout" Target="/ppt/slideLayouts/slideLayout13.xml" Id="R5e3555d5e7f0497f" /><Relationship Type="http://schemas.openxmlformats.org/officeDocument/2006/relationships/slideLayout" Target="/ppt/slideLayouts/slideLayout14.xml" Id="R696a6a5cd5f64be1" /><Relationship Type="http://schemas.openxmlformats.org/officeDocument/2006/relationships/slideLayout" Target="/ppt/slideLayouts/slideLayout15.xml" Id="Re8628f2df1814af4" /><Relationship Type="http://schemas.openxmlformats.org/officeDocument/2006/relationships/slideLayout" Target="/ppt/slideLayouts/slideLayout16.xml" Id="R3aa315b63c4f4bb3" /><Relationship Type="http://schemas.openxmlformats.org/officeDocument/2006/relationships/slideLayout" Target="/ppt/slideLayouts/slideLayout17.xml" Id="Rdc23cd386bf244a3" /><Relationship Type="http://schemas.openxmlformats.org/officeDocument/2006/relationships/slideLayout" Target="/ppt/slideLayouts/slideLayout18.xml" Id="Rb9bc0a0d4eee43e4" /><Relationship Type="http://schemas.openxmlformats.org/officeDocument/2006/relationships/slideLayout" Target="/ppt/slideLayouts/slideLayout19.xml" Id="Rd8676c4928a94b81" /><Relationship Type="http://schemas.openxmlformats.org/officeDocument/2006/relationships/slideLayout" Target="/ppt/slideLayouts/slideLayout20.xml" Id="R4bedcd380c7a4bf3" /><Relationship Type="http://schemas.openxmlformats.org/officeDocument/2006/relationships/slideLayout" Target="/ppt/slideLayouts/slideLayout21.xml" Id="R0dbb2888612d4f6a" /><Relationship Type="http://schemas.openxmlformats.org/officeDocument/2006/relationships/slideLayout" Target="/ppt/slideLayouts/slideLayout22.xml" Id="Rd42971eb5dc84fea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8">
            <a:extLst xmlns:a="http://schemas.openxmlformats.org/drawingml/2006/main">
              <a:ext uri="{FF2B5EF4-FFF2-40B4-BE49-F238E27FC236}">
                <a16:creationId xmlns:a16="http://schemas.microsoft.com/office/drawing/2014/main" id="{F1FEF2BB-8FB7-4FC4-9B5B-470709761B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7" name="Google Shape;7;p8">
            <a:extLst xmlns:a="http://schemas.openxmlformats.org/drawingml/2006/main">
              <a:ext uri="{FF2B5EF4-FFF2-40B4-BE49-F238E27FC236}">
                <a16:creationId xmlns:a16="http://schemas.microsoft.com/office/drawing/2014/main" id="{6179BE7A-9FF5-4ABC-9160-7E2D18A2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0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" name="Google Shape;8;p8">
            <a:extLst xmlns:a="http://schemas.openxmlformats.org/drawingml/2006/main">
              <a:ext uri="{FF2B5EF4-FFF2-40B4-BE49-F238E27FC236}">
                <a16:creationId xmlns:a16="http://schemas.microsoft.com/office/drawing/2014/main" id="{50714760-1C7F-4D2A-B9B6-198B1CD6D1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None/>
              <a:defRPr sz="19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None/>
              <a:defRPr sz="19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None/>
              <a:defRPr sz="19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None/>
              <a:defRPr sz="19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None/>
              <a:defRPr sz="19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None/>
              <a:defRPr sz="19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None/>
              <a:defRPr sz="19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None/>
              <a:defRPr sz="19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pic>
        <p:nvPicPr>
          <p:cNvPr id="9" name="Google Shape;9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f2c0fbe095f453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6"/>
            <a:ext cx="833598" cy="4167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f5e585736548e8"/>
    <p:sldLayoutId xmlns:r="http://schemas.openxmlformats.org/officeDocument/2006/relationships" id="2147483650" r:id="R606cefdd1fbb4b29"/>
    <p:sldLayoutId xmlns:r="http://schemas.openxmlformats.org/officeDocument/2006/relationships" id="2147483651" r:id="Rdaf34b608b624177"/>
    <p:sldLayoutId xmlns:r="http://schemas.openxmlformats.org/officeDocument/2006/relationships" id="2147483652" r:id="R4a4d52b9006b4434"/>
    <p:sldLayoutId xmlns:r="http://schemas.openxmlformats.org/officeDocument/2006/relationships" id="2147483653" r:id="R19d8384f497545b2"/>
    <p:sldLayoutId xmlns:r="http://schemas.openxmlformats.org/officeDocument/2006/relationships" id="2147483654" r:id="Rf1d53d35fbdd4f3f"/>
    <p:sldLayoutId xmlns:r="http://schemas.openxmlformats.org/officeDocument/2006/relationships" id="2147483655" r:id="Rc9157078c2704354"/>
    <p:sldLayoutId xmlns:r="http://schemas.openxmlformats.org/officeDocument/2006/relationships" id="2147483656" r:id="Rcd57eadc695b4139"/>
    <p:sldLayoutId xmlns:r="http://schemas.openxmlformats.org/officeDocument/2006/relationships" id="2147483657" r:id="Rc3f72f14b30746b1"/>
    <p:sldLayoutId xmlns:r="http://schemas.openxmlformats.org/officeDocument/2006/relationships" id="2147483658" r:id="R1b40ac6f4f284456"/>
    <p:sldLayoutId xmlns:r="http://schemas.openxmlformats.org/officeDocument/2006/relationships" id="2147483659" r:id="Rc8eb5182274046d8"/>
    <p:sldLayoutId xmlns:r="http://schemas.openxmlformats.org/officeDocument/2006/relationships" id="2147483660" r:id="R0b860f76228948a3"/>
    <p:sldLayoutId xmlns:r="http://schemas.openxmlformats.org/officeDocument/2006/relationships" id="2147483661" r:id="R5e3555d5e7f0497f"/>
    <p:sldLayoutId xmlns:r="http://schemas.openxmlformats.org/officeDocument/2006/relationships" id="2147483662" r:id="R696a6a5cd5f64be1"/>
    <p:sldLayoutId xmlns:r="http://schemas.openxmlformats.org/officeDocument/2006/relationships" id="2147483663" r:id="Re8628f2df1814af4"/>
    <p:sldLayoutId xmlns:r="http://schemas.openxmlformats.org/officeDocument/2006/relationships" id="2147483664" r:id="R3aa315b63c4f4bb3"/>
    <p:sldLayoutId xmlns:r="http://schemas.openxmlformats.org/officeDocument/2006/relationships" id="2147483665" r:id="Rdc23cd386bf244a3"/>
    <p:sldLayoutId xmlns:r="http://schemas.openxmlformats.org/officeDocument/2006/relationships" id="2147483666" r:id="Rb9bc0a0d4eee43e4"/>
    <p:sldLayoutId xmlns:r="http://schemas.openxmlformats.org/officeDocument/2006/relationships" id="2147483667" r:id="Rd8676c4928a94b81"/>
    <p:sldLayoutId xmlns:r="http://schemas.openxmlformats.org/officeDocument/2006/relationships" id="2147483668" r:id="R4bedcd380c7a4bf3"/>
    <p:sldLayoutId xmlns:r="http://schemas.openxmlformats.org/officeDocument/2006/relationships" id="2147483669" r:id="R0dbb2888612d4f6a"/>
    <p:sldLayoutId xmlns:r="http://schemas.openxmlformats.org/officeDocument/2006/relationships" id="2147483670" r:id="Rd42971eb5dc84fea"/>
  </p:sldLayoutIdLst>
  <p:hf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Primary Presentation Layouts">
  <a:themeElements>
    <a:clrScheme name="UiPath colors">
      <a:dk1>
        <a:srgbClr val="172024"/>
      </a:dk1>
      <a:lt1>
        <a:srgbClr val="FFFFFF"/>
      </a:lt1>
      <a:dk2>
        <a:srgbClr val="9D9D9D"/>
      </a:dk2>
      <a:lt2>
        <a:srgbClr val="F6F6F6"/>
      </a:lt2>
      <a:accent1>
        <a:srgbClr val="FA4616"/>
      </a:accent1>
      <a:accent2>
        <a:srgbClr val="1E6482"/>
      </a:accent2>
      <a:accent3>
        <a:srgbClr val="A32200"/>
      </a:accent3>
      <a:accent4>
        <a:srgbClr val="0BA2B3"/>
      </a:accent4>
      <a:accent5>
        <a:srgbClr val="8B288A"/>
      </a:accent5>
      <a:accent6>
        <a:srgbClr val="FA7678"/>
      </a:accent6>
      <a:hlink>
        <a:srgbClr val="5BCBDE"/>
      </a:hlink>
      <a:folHlink>
        <a:srgbClr val="5BCBD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iPath color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d665f69594ab8" /><Relationship Type="http://schemas.openxmlformats.org/officeDocument/2006/relationships/image" Target="/ppt/media/image16.png" Id="Raa48e00edfcd4d56" /><Relationship Type="http://schemas.openxmlformats.org/officeDocument/2006/relationships/notesSlide" Target="/ppt/notesSlides/notesSlide1.xml" Id="R4465dcac932442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45b6b5b755f4f1c" /><Relationship Type="http://schemas.openxmlformats.org/officeDocument/2006/relationships/notesSlide" Target="/ppt/notesSlides/notesSlide2.xml" Id="R58de4e658c5e4a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7cd3bd0c5247ca" /><Relationship Type="http://schemas.openxmlformats.org/officeDocument/2006/relationships/notesSlide" Target="/ppt/notesSlides/notesSlide3.xml" Id="Ra510de2a13df40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4df50f0a824dc1" /><Relationship Type="http://schemas.openxmlformats.org/officeDocument/2006/relationships/notesSlide" Target="/ppt/notesSlides/notesSlide4.xml" Id="R44509ebb0b6846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38416c905744acb" /><Relationship Type="http://schemas.openxmlformats.org/officeDocument/2006/relationships/notesSlide" Target="/ppt/notesSlides/notesSlide5.xml" Id="R1d73cc208d4344a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8" name="Google Shape;168;p1">
            <a:extLst xmlns:a="http://schemas.openxmlformats.org/drawingml/2006/main">
              <a:ext uri="{FF2B5EF4-FFF2-40B4-BE49-F238E27FC236}">
                <a16:creationId xmlns:a16="http://schemas.microsoft.com/office/drawing/2014/main" id="{E3C86D70-835F-4F2C-B8C6-588463F810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0800" y="3608250"/>
            <a:ext cx="9246600" cy="11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D1117"/>
                </a:solidFill>
                <a:highlight>
                  <a:srgbClr val="F0F6FC"/>
                </a:highlight>
              </a:rPr>
              <a:t/>
            </a:r>
          </a:p>
        </p:txBody>
      </p:sp>
      <p:sp>
        <p:nvSpPr>
          <p:cNvPr id="169" name="Google Shape;169;p1">
            <a:extLst xmlns:a="http://schemas.openxmlformats.org/drawingml/2006/main">
              <a:ext uri="{FF2B5EF4-FFF2-40B4-BE49-F238E27FC236}">
                <a16:creationId xmlns:a16="http://schemas.microsoft.com/office/drawing/2014/main" id="{377C3F88-6612-443E-9A7C-F8E76B6FAC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4800" y="1492775"/>
            <a:ext cx="8568000" cy="171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50" b="1">
                <a:solidFill>
                  <a:srgbClr val="FFFFFF"/>
                </a:solidFill>
              </a:defRPr>
            </a:pPr>
            <a:r>
              <a:rPr sz="3750" b="1" u="sng">
                <a:solidFill>
                  <a:srgbClr val="FFFFFF"/>
                </a:solidFill>
              </a:rPr>
              <a:t>CaseProof AI</a:t>
            </a:r>
          </a:p>
        </p:txBody>
      </p:sp>
      <p:pic>
        <p:nvPicPr>
          <p:cNvPr id="175" name="Google Shape;170;p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48e00edfcd4d5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06775" y="778600"/>
            <a:ext cx="3861067" cy="2171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1" name="subtitle-cover">
            <a:extLst xmlns:a="http://schemas.openxmlformats.org/drawingml/2006/main">
              <a:ext uri="{FF2B5EF4-FFF2-40B4-BE49-F238E27FC236}">
                <a16:creationId xmlns:a16="http://schemas.microsoft.com/office/drawing/2014/main" id="{EDEFCD6B-6866-4E12-BAB2-78A91123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942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2B3"/>
          </a:solidFill>
          <a:ln xmlns:a="http://schemas.openxmlformats.org/drawingml/2006/main" w="0">
            <a:solidFill>
              <a:srgbClr val="0BA2B3"/>
            </a:solidFill>
            <a:prstDash val="solid"/>
          </a:ln>
        </p:spPr>
      </p:sp>
      <p:sp>
        <p:nvSpPr>
          <p:cNvPr id="172" name="clean-subtitle">
            <a:extLst xmlns:a="http://schemas.openxmlformats.org/drawingml/2006/main">
              <a:ext uri="{FF2B5EF4-FFF2-40B4-BE49-F238E27FC236}">
                <a16:creationId xmlns:a16="http://schemas.microsoft.com/office/drawing/2014/main" id="{28E063D9-5578-4376-ABB5-03A18882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2905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A UiPath Maestro case gate for high-value refund exceptions. It checks evidence, milestones, policy, and action safety before human review.</a:t>
            </a:r>
          </a:p>
        </p:txBody>
      </p:sp>
    </p:spTree>
    <p:extLst>
      <p:ext uri="{BB962C8B-B14F-4D97-AF65-F5344CB8AC3E}">
        <p14:creationId xmlns:p14="http://schemas.microsoft.com/office/powerpoint/2010/main" val="1478787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5" name="Google Shape;175;p3">
            <a:extLst xmlns:a="http://schemas.openxmlformats.org/drawingml/2006/main">
              <a:ext uri="{FF2B5EF4-FFF2-40B4-BE49-F238E27FC236}">
                <a16:creationId xmlns:a16="http://schemas.microsoft.com/office/drawing/2014/main" id="{40C78BDE-25E5-48A5-A51C-5D396B75AC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Problem statement and proposed solution</a:t>
            </a:r>
          </a:p>
        </p:txBody>
      </p:sp>
      <p:sp>
        <p:nvSpPr>
          <p:cNvPr id="176" name="Google Shape;176;p3">
            <a:extLst xmlns:a="http://schemas.openxmlformats.org/drawingml/2006/main">
              <a:ext uri="{FF2B5EF4-FFF2-40B4-BE49-F238E27FC236}">
                <a16:creationId xmlns:a16="http://schemas.microsoft.com/office/drawing/2014/main" id="{661DDBCC-3D33-4AF8-92D8-D46A801EB2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77" name="Google Shape;177;p3">
            <a:extLst xmlns:a="http://schemas.openxmlformats.org/drawingml/2006/main">
              <a:ext uri="{FF2B5EF4-FFF2-40B4-BE49-F238E27FC236}">
                <a16:creationId xmlns:a16="http://schemas.microsoft.com/office/drawing/2014/main" id="{262AA786-39BE-4058-9C27-A3C94A99AB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00" y="1440000"/>
            <a:ext cx="50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Problem</a:t>
            </a:r>
          </a:p>
        </p:txBody>
      </p:sp>
      <p:sp>
        <p:nvSpPr>
          <p:cNvPr id="178" name="Google Shape;178;p3">
            <a:extLst xmlns:a="http://schemas.openxmlformats.org/drawingml/2006/main">
              <a:ext uri="{FF2B5EF4-FFF2-40B4-BE49-F238E27FC236}">
                <a16:creationId xmlns:a16="http://schemas.microsoft.com/office/drawing/2014/main" id="{15F2C314-6E23-43DC-8681-0E6B5C86ECE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29100" y="1952325"/>
            <a:ext cx="4616700" cy="452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457200" indent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</a:rPr>
              <a:t>AI can prepare a refund exception case quickly, but a prepared case can still miss evidence, skip a milestone, bypass policy, or route a high-value refund too early.</a:t>
            </a:r>
          </a:p>
        </p:txBody>
      </p:sp>
      <p:sp>
        <p:nvSpPr>
          <p:cNvPr id="179" name="Google Shape;179;p3">
            <a:extLst xmlns:a="http://schemas.openxmlformats.org/drawingml/2006/main">
              <a:ext uri="{FF2B5EF4-FFF2-40B4-BE49-F238E27FC236}">
                <a16:creationId xmlns:a16="http://schemas.microsoft.com/office/drawing/2014/main" id="{B1DF1021-3272-4540-9C29-62A25B717A8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089650" y="1440000"/>
            <a:ext cx="50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Solution</a:t>
            </a:r>
          </a:p>
        </p:txBody>
      </p:sp>
      <p:sp>
        <p:nvSpPr>
          <p:cNvPr id="180" name="Google Shape;180;p3">
            <a:extLst xmlns:a="http://schemas.openxmlformats.org/drawingml/2006/main">
              <a:ext uri="{FF2B5EF4-FFF2-40B4-BE49-F238E27FC236}">
                <a16:creationId xmlns:a16="http://schemas.microsoft.com/office/drawing/2014/main" id="{78682F06-B6DB-499A-97BC-AFB8F2935F18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089650" y="1800000"/>
            <a:ext cx="5255700" cy="43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</a:rPr>
              <a:t>CaseProof validates a synthetic Maestro case packet and returns HOLD, BLOCK, or ALLOW_HUMAN_REVIEW_ONLY. It never issues refunds or changes customer records.</a:t>
            </a:r>
          </a:p>
        </p:txBody>
      </p:sp>
      <p:sp>
        <p:nvSpPr>
          <p:cNvPr id="181" name="Google Shape;181;p3">
            <a:extLst xmlns:a="http://schemas.openxmlformats.org/drawingml/2006/main">
              <a:ext uri="{FF2B5EF4-FFF2-40B4-BE49-F238E27FC236}">
                <a16:creationId xmlns:a16="http://schemas.microsoft.com/office/drawing/2014/main" id="{BB235B91-ACFE-402F-8388-E2831CD7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21889"/>
            <a:ext cx="12179400" cy="39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43722812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6" name="Google Shape;186;p4">
            <a:extLst xmlns:a="http://schemas.openxmlformats.org/drawingml/2006/main">
              <a:ext uri="{FF2B5EF4-FFF2-40B4-BE49-F238E27FC236}">
                <a16:creationId xmlns:a16="http://schemas.microsoft.com/office/drawing/2014/main" id="{7E92B326-2F71-4D52-A1E0-1D2CEB08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03" y="360000"/>
            <a:ext cx="9000000" cy="499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111827"/>
                </a:solidFill>
              </a:defRPr>
            </a:pPr>
            <a:r>
              <a:rPr sz="2850" b="1" i="0" u="none" cap="none">
                <a:solidFill>
                  <a:srgbClr val="111827"/>
                </a:solidFill>
                <a:latin typeface="Arial"/>
                <a:ea typeface="Arial"/>
                <a:cs typeface="Arial"/>
              </a:rPr>
              <a:t>Benefits and technologies used</a:t>
            </a:r>
          </a:p>
        </p:txBody>
      </p:sp>
      <p:sp>
        <p:nvSpPr>
          <p:cNvPr id="187" name="Google Shape;187;p4">
            <a:extLst xmlns:a="http://schemas.openxmlformats.org/drawingml/2006/main">
              <a:ext uri="{FF2B5EF4-FFF2-40B4-BE49-F238E27FC236}">
                <a16:creationId xmlns:a16="http://schemas.microsoft.com/office/drawing/2014/main" id="{973E0366-34DC-438B-9BE2-D03D91C679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graphicFrame>
        <p:nvGraphicFramePr>
          <p:cNvPr id="201" name="Google Shape;188;p4"/>
          <p:cNvGraphicFramePr/>
          <p:nvPr/>
        </p:nvGraphicFramePr>
        <p:xfrm>
          <a:off xmlns:a="http://schemas.openxmlformats.org/drawingml/2006/main" x="259199" y="1196186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{D7072550-EF59-46E0-827C-C5B7B6B1D680}</a:tableStyleId>
              </a:tblPr>
              <a:tblGrid>
                <a:gridCol w="2377850"/>
                <a:gridCol w="2761375"/>
              </a:tblGrid>
              <a:tr h="121202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 b="1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End-user​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32C4F3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32C4F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/>
                        <a:t>People with disabilities,Senior citizens,Government service applicants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32C4F3"/>
                      </a:solidFill>
                      <a:prstDash val="solid"/>
                    </a:lnR>
                    <a:lnT w="12700" cmpd="sng">
                      <a:solidFill>
                        <a:srgbClr val="32C4F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</a:tr>
              <a:tr h="121202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 b="1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User department</a:t>
                      </a:r>
                      <a:r>
                        <a:rPr sz="1700" b="0" i="0" u="non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​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32C4F3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/>
                        <a:t>Government Citizen Service Centers,Disability Support Organizations,NGOs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32C4F3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</a:tr>
              <a:tr h="92065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 b="1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Industries</a:t>
                      </a:r>
                      <a:r>
                        <a:rPr sz="1700" b="0" i="0" u="non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​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32C4F3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/>
                        <a:t>Accessibility,Public Services,Government,Healthcare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32C4F3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</a:tr>
              <a:tr h="92065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 b="1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UiPath products used</a:t>
                      </a:r>
                      <a:r>
                        <a:rPr sz="1700" b="0" i="0" u="non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​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32C4F3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/>
                        <a:t> UiPath Studio - UiPath Agent Builder - UiPath Maestro 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32C4F3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</a:tr>
              <a:tr h="117235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 b="1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Other - integrations / APIs / technologies used</a:t>
                      </a:r>
                      <a:r>
                        <a:rPr sz="1700" b="0" i="0" u="non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​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32C4F3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2700" cmpd="sng">
                      <a:solidFill>
                        <a:srgbClr val="32C4F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/>
                        <a:t>React - TypeScript - Vite - Tailwind CSS - Node.js - Express.js 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32C4F3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2700" cmpd="sng">
                      <a:solidFill>
                        <a:srgbClr val="32C4F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</a:tr>
            </a:tbl>
          </a:graphicData>
        </a:graphic>
      </p:graphicFrame>
      <p:sp>
        <p:nvSpPr>
          <p:cNvPr id="189" name="Google Shape;189;p4">
            <a:extLst xmlns:a="http://schemas.openxmlformats.org/drawingml/2006/main">
              <a:ext uri="{FF2B5EF4-FFF2-40B4-BE49-F238E27FC236}">
                <a16:creationId xmlns:a16="http://schemas.microsoft.com/office/drawing/2014/main" id="{84CF8D19-C139-4B63-8C68-6CB7D5D4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99" y="859929"/>
            <a:ext cx="10398300" cy="64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0" name="Google Shape;190;p4">
            <a:extLst xmlns:a="http://schemas.openxmlformats.org/drawingml/2006/main">
              <a:ext uri="{FF2B5EF4-FFF2-40B4-BE49-F238E27FC236}">
                <a16:creationId xmlns:a16="http://schemas.microsoft.com/office/drawing/2014/main" id="{5B23BD26-4D47-4486-BAB9-2365D104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691" y="1016651"/>
            <a:ext cx="5497800" cy="4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11827"/>
                </a:solidFill>
              </a:defRPr>
            </a:pPr>
            <a:r>
              <a:rPr sz="1650" b="1" i="0" u="none" cap="none">
                <a:solidFill>
                  <a:srgbClr val="111827"/>
                </a:solidFill>
                <a:latin typeface="Arial"/>
                <a:ea typeface="Arial"/>
                <a:cs typeface="Arial"/>
              </a:rPr>
              <a:t>UiPath components and agent type</a:t>
            </a:r>
          </a:p>
        </p:txBody>
      </p:sp>
      <p:sp>
        <p:nvSpPr>
          <p:cNvPr id="191" name="Google Shape;191;p4">
            <a:extLst xmlns:a="http://schemas.openxmlformats.org/drawingml/2006/main">
              <a:ext uri="{FF2B5EF4-FFF2-40B4-BE49-F238E27FC236}">
                <a16:creationId xmlns:a16="http://schemas.microsoft.com/office/drawing/2014/main" id="{200D0F2B-7A6D-4478-8B1E-3A4613F9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301" y="1779735"/>
            <a:ext cx="5500500" cy="442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har char="●"/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  <a:highlight>
                  <a:srgbClr val="FFFFFF"/>
                </a:highlight>
              </a:rPr>
              <a:t>UiPath Components:</a:t>
            </a:r>
          </a:p>
          <a:p xmlns:a="http://schemas.openxmlformats.org/drawingml/2006/main">
            <a:pPr marL="45720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  <a:highlight>
                  <a:srgbClr val="FFFFFF"/>
                </a:highlight>
              </a:rPr>
              <a:t>Automation Cloud, Maestro case model, Studio Web or API Workflow handoff, optional Apps/Action Center style human review, coded Python validator, synthetic Maestro case packets.</a:t>
            </a:r>
          </a:p>
          <a:p xmlns:a="http://schemas.openxmlformats.org/drawingml/2006/main">
            <a:pPr marL="45720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800">
                <a:solidFill>
                  <a:srgbClr val="1D1D1F"/>
                </a:solidFill>
                <a:highlight>
                  <a:srgbClr val="FFFFFF"/>
                </a:highlight>
              </a:rPr>
              <a:t/>
            </a:r>
          </a:p>
          <a:p xmlns:a="http://schemas.openxmlformats.org/drawingml/2006/main">
            <a:pPr marL="45720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  <a:highlight>
                  <a:srgbClr val="FFFFFF"/>
                </a:highlight>
              </a:rPr>
              <a:t>Agent Type:</a:t>
            </a:r>
          </a:p>
          <a:p xmlns:a="http://schemas.openxmlformats.org/drawingml/2006/main">
            <a:pPr marL="457200" indent="0" algn="l">
              <a:lnSpc>
                <a:spcPct val="122222"/>
              </a:lnSpc>
              <a:spcBef>
                <a:spcPts val="1200"/>
              </a:spcBef>
              <a:spcAft>
                <a:spcPts val="0"/>
              </a:spcAft>
              <a:buNone/>
              <a:defRPr sz="1275">
                <a:solidFill>
                  <a:srgbClr val="111827"/>
                </a:solidFill>
              </a:defRPr>
            </a:pPr>
            <a:r>
              <a:rPr sz="1275">
                <a:solidFill>
                  <a:srgbClr val="111827"/>
                </a:solidFill>
              </a:rPr>
              <a:t>Coded Agent validator plus low-code Maestro/API workflow integration path.</a:t>
            </a:r>
          </a:p>
        </p:txBody>
      </p:sp>
      <p:sp>
        <p:nvSpPr>
          <p:cNvPr id="193" name="benefits-cover">
            <a:extLst xmlns:a="http://schemas.openxmlformats.org/drawingml/2006/main">
              <a:ext uri="{FF2B5EF4-FFF2-40B4-BE49-F238E27FC236}">
                <a16:creationId xmlns:a16="http://schemas.microsoft.com/office/drawing/2014/main" id="{2697A87A-CD81-48C7-AE6A-4FC7F4C8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990600"/>
            <a:ext cx="5524500" cy="569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94" name="benefits-label">
            <a:extLst xmlns:a="http://schemas.openxmlformats.org/drawingml/2006/main">
              <a:ext uri="{FF2B5EF4-FFF2-40B4-BE49-F238E27FC236}">
                <a16:creationId xmlns:a16="http://schemas.microsoft.com/office/drawing/2014/main" id="{5414C415-3E7B-4FE8-9B26-BCC539EC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Benefits, impact, and outcomes</a:t>
            </a:r>
          </a:p>
        </p:txBody>
      </p:sp>
      <p:sp>
        <p:nvSpPr>
          <p:cNvPr id="195" name="benefits-body">
            <a:extLst xmlns:a="http://schemas.openxmlformats.org/drawingml/2006/main">
              <a:ext uri="{FF2B5EF4-FFF2-40B4-BE49-F238E27FC236}">
                <a16:creationId xmlns:a16="http://schemas.microsoft.com/office/drawing/2014/main" id="{9D35AF9B-C70D-42C1-B693-DA3E5ED9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4857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Prevents unsafe case movement before evidence and milestones are complete.</a:t>
            </a:r>
          </a:p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Makes refund exception review auditable and bounded.</a:t>
            </a:r>
          </a:p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Keeps the strongest action at human review, not automatic approval.</a:t>
            </a:r>
          </a:p>
        </p:txBody>
      </p:sp>
      <p:sp>
        <p:nvSpPr>
          <p:cNvPr id="196" name="tech-cover">
            <a:extLst xmlns:a="http://schemas.openxmlformats.org/drawingml/2006/main">
              <a:ext uri="{FF2B5EF4-FFF2-40B4-BE49-F238E27FC236}">
                <a16:creationId xmlns:a16="http://schemas.microsoft.com/office/drawing/2014/main" id="{E0B6F359-E7BF-45AB-8EF1-247DCE65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085850"/>
            <a:ext cx="56388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97" name="tech-label">
            <a:extLst xmlns:a="http://schemas.openxmlformats.org/drawingml/2006/main">
              <a:ext uri="{FF2B5EF4-FFF2-40B4-BE49-F238E27FC236}">
                <a16:creationId xmlns:a16="http://schemas.microsoft.com/office/drawing/2014/main" id="{5C2AE83F-B3CE-4DDB-8AE0-C8E53502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2954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UiPath components and agent type</a:t>
            </a:r>
          </a:p>
        </p:txBody>
      </p:sp>
      <p:sp>
        <p:nvSpPr>
          <p:cNvPr id="198" name="tech-body">
            <a:extLst xmlns:a="http://schemas.openxmlformats.org/drawingml/2006/main">
              <a:ext uri="{FF2B5EF4-FFF2-40B4-BE49-F238E27FC236}">
                <a16:creationId xmlns:a16="http://schemas.microsoft.com/office/drawing/2014/main" id="{DCF88E56-1268-4236-9418-4490F195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38350"/>
            <a:ext cx="48101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UiPath Components:</a:t>
            </a:r>
          </a:p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Automation Cloud, Maestro case model, Studio Web or API Workflow handoff, optional Apps/Action Center style human review, coded Python validator, synthetic Maestro case packets.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Agent Type:</a:t>
            </a:r>
          </a:p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Coded Agent validator plus low-code Maestro/API workflow integration path.</a:t>
            </a:r>
          </a:p>
        </p:txBody>
      </p:sp>
    </p:spTree>
    <p:extLst>
      <p:ext uri="{BB962C8B-B14F-4D97-AF65-F5344CB8AC3E}">
        <p14:creationId xmlns:p14="http://schemas.microsoft.com/office/powerpoint/2010/main" val="7784378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5">
            <a:extLst xmlns:a="http://schemas.openxmlformats.org/drawingml/2006/main">
              <a:ext uri="{FF2B5EF4-FFF2-40B4-BE49-F238E27FC236}">
                <a16:creationId xmlns:a16="http://schemas.microsoft.com/office/drawing/2014/main" id="{F40FF282-F565-403D-9C0A-2956BD91B3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97" name="Google Shape;197;p5">
            <a:extLst xmlns:a="http://schemas.openxmlformats.org/drawingml/2006/main">
              <a:ext uri="{FF2B5EF4-FFF2-40B4-BE49-F238E27FC236}">
                <a16:creationId xmlns:a16="http://schemas.microsoft.com/office/drawing/2014/main" id="{B93E3817-3938-4F4E-97E6-55733513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99" y="859929"/>
            <a:ext cx="10398312" cy="646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8" name="Google Shape;198;p5">
            <a:extLst xmlns:a="http://schemas.openxmlformats.org/drawingml/2006/main">
              <a:ext uri="{FF2B5EF4-FFF2-40B4-BE49-F238E27FC236}">
                <a16:creationId xmlns:a16="http://schemas.microsoft.com/office/drawing/2014/main" id="{DFEAFF36-70E0-4AB5-8C52-00877F81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111827"/>
                </a:solidFill>
              </a:defRPr>
            </a:pPr>
            <a:r>
              <a:rPr sz="2850" b="1" i="0" u="none" cap="none">
                <a:solidFill>
                  <a:srgbClr val="111827"/>
                </a:solidFill>
                <a:latin typeface="Arial"/>
                <a:ea typeface="Arial"/>
                <a:cs typeface="Arial"/>
              </a:rPr>
              <a:t>Solution architecture</a:t>
            </a:r>
          </a:p>
        </p:txBody>
      </p:sp>
      <p:sp>
        <p:nvSpPr>
          <p:cNvPr id="199" name="Google Shape;199;p5">
            <a:extLst xmlns:a="http://schemas.openxmlformats.org/drawingml/2006/main">
              <a:ext uri="{FF2B5EF4-FFF2-40B4-BE49-F238E27FC236}">
                <a16:creationId xmlns:a16="http://schemas.microsoft.com/office/drawing/2014/main" id="{C691290D-C3E6-4591-98AF-1E105365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1414435"/>
            <a:ext cx="11459400" cy="442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11827"/>
                </a:solidFill>
              </a:defRPr>
            </a:pPr>
            <a:r>
              <a:rPr sz="1650">
                <a:solidFill>
                  <a:srgbClr val="111827"/>
                </a:solidFill>
              </a:rPr>
              <a:t>Flow: Maestro case packet -&gt; evidence and milestone check -&gt; CaseProof validator -&gt; HOLD / BLOCK / ALLOW_HUMAN_REVIEW_ONLY -&gt; human case review.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>
                <a:solidFill>
                  <a:srgbClr val="1D1D1F"/>
                </a:solidFill>
                <a:highlight>
                  <a:srgbClr val="FFFFFF"/>
                </a:highlight>
              </a:rPr>
              <a:t/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11827"/>
                </a:solidFill>
              </a:defRPr>
            </a:pPr>
            <a:r>
              <a:rPr sz="1650">
                <a:solidFill>
                  <a:srgbClr val="111827"/>
                </a:solidFill>
              </a:rPr>
              <a:t>GitHub: https://github.com/Isometric-Architect/caseproof-ai-agenthack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11827"/>
                </a:solidFill>
              </a:defRPr>
            </a:pPr>
            <a:r>
              <a:rPr sz="1650">
                <a:solidFill>
                  <a:srgbClr val="111827"/>
                </a:solidFill>
                <a:highlight>
                  <a:srgbClr val="FFFFFF"/>
                </a:highlight>
              </a:rPr>
              <a:t>Demo: https://youtu.be/N25lvoKJjug</a:t>
            </a:r>
          </a:p>
        </p:txBody>
      </p:sp>
    </p:spTree>
    <p:extLst>
      <p:ext uri="{BB962C8B-B14F-4D97-AF65-F5344CB8AC3E}">
        <p14:creationId xmlns:p14="http://schemas.microsoft.com/office/powerpoint/2010/main" val="14645934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9EA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41F1B264-DBCC-4192-B106-2A69E313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CaseProof AI: review only, action never automatic</a:t>
            </a:r>
          </a:p>
        </p:txBody>
      </p:sp>
      <p:sp>
        <p:nvSpPr>
          <p:cNvPr id="2" name="closing-body">
            <a:extLst xmlns:a="http://schemas.openxmlformats.org/drawingml/2006/main">
              <a:ext uri="{FF2B5EF4-FFF2-40B4-BE49-F238E27FC236}">
                <a16:creationId xmlns:a16="http://schemas.microsoft.com/office/drawing/2014/main" id="{FD087102-1A42-4A5D-BE20-1DD2BDBE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9334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Claim boundary: CaseProof is a public-safe hackathon prototype. It does not issue refunds, settle claims, update records, or replace human review.</a:t>
            </a:r>
          </a:p>
        </p:txBody>
      </p:sp>
      <p:sp>
        <p:nvSpPr>
          <p:cNvPr id="3" name="closing-footer">
            <a:extLst xmlns:a="http://schemas.openxmlformats.org/drawingml/2006/main">
              <a:ext uri="{FF2B5EF4-FFF2-40B4-BE49-F238E27FC236}">
                <a16:creationId xmlns:a16="http://schemas.microsoft.com/office/drawing/2014/main" id="{BDCFC035-7694-4DBD-B16F-AF6D31A3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Submitted to UiPath AgentHack 2026</a:t>
            </a:r>
          </a:p>
        </p:txBody>
      </p:sp>
    </p:spTree>
    <p:extLst>
      <p:ext uri="{BB962C8B-B14F-4D97-AF65-F5344CB8AC3E}">
        <p14:creationId xmlns:p14="http://schemas.microsoft.com/office/powerpoint/2010/main" val="900799640"/>
      </p:ext>
    </p:extLst>
  </p:cSld>
</p:sld>
</file>

<file path=ppt/theme/theme1.xml><?xml version="1.0" encoding="utf-8"?>
<a:theme xmlns:a="http://schemas.openxmlformats.org/drawingml/2006/main" name="Primary Presentation Layouts">
  <a:themeElements>
    <a:clrScheme name="UiPath colors">
      <a:dk1>
        <a:srgbClr val="172024"/>
      </a:dk1>
      <a:lt1>
        <a:srgbClr val="FFFFFF"/>
      </a:lt1>
      <a:dk2>
        <a:srgbClr val="9D9D9D"/>
      </a:dk2>
      <a:lt2>
        <a:srgbClr val="F6F6F6"/>
      </a:lt2>
      <a:accent1>
        <a:srgbClr val="FA4616"/>
      </a:accent1>
      <a:accent2>
        <a:srgbClr val="1E6482"/>
      </a:accent2>
      <a:accent3>
        <a:srgbClr val="A32200"/>
      </a:accent3>
      <a:accent4>
        <a:srgbClr val="0BA2B3"/>
      </a:accent4>
      <a:accent5>
        <a:srgbClr val="8B288A"/>
      </a:accent5>
      <a:accent6>
        <a:srgbClr val="FA7678"/>
      </a:accent6>
      <a:hlink>
        <a:srgbClr val="5BCBDE"/>
      </a:hlink>
      <a:folHlink>
        <a:srgbClr val="5BCBD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iPath color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2026-06-29T23:06:52.2730000Z</dcterms:created>
  <dcterms:modified xsi:type="dcterms:W3CDTF">2026-06-29T23:06:52.2730000Z</dcterms:modified>
</coreProperties>
</file>