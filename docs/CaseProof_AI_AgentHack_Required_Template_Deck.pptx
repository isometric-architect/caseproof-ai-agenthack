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ec6b2d17a4b47b1" /><Relationship Type="http://schemas.openxmlformats.org/officeDocument/2006/relationships/extended-properties" Target="/docProps/app.xml" Id="Re44c1357cea349db" /><Relationship Type="http://schemas.openxmlformats.org/officeDocument/2006/relationships/officeDocument" Target="/ppt/presentation.xml" Id="Rc26335db7f6044b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62308831e304e22"/>
  </p:sldMasterIdLst>
  <p:notesMasterIdLst>
    <p:notesMasterId xmlns:r="http://schemas.openxmlformats.org/officeDocument/2006/relationships" r:id="R7ba01289375c4684"/>
  </p:notesMasterIdLst>
  <p:sldIdLst>
    <p:sldId xmlns:r="http://schemas.openxmlformats.org/officeDocument/2006/relationships" id="256" r:id="Rfd45aa3b4dfc4ec5"/>
    <p:sldId xmlns:r="http://schemas.openxmlformats.org/officeDocument/2006/relationships" id="257" r:id="Rb10fb03b38f743b2"/>
    <p:sldId xmlns:r="http://schemas.openxmlformats.org/officeDocument/2006/relationships" id="258" r:id="R064a2b339d994be0"/>
    <p:sldId xmlns:r="http://schemas.openxmlformats.org/officeDocument/2006/relationships" id="259" r:id="R162ec346d4dc432e"/>
    <p:sldId xmlns:r="http://schemas.openxmlformats.org/officeDocument/2006/relationships" id="260" r:id="Rc458ec4d9b374351"/>
  </p:sldIdLst>
  <p:sldSz cx="121793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D7072550-EF59-46E0-827C-C5B7B6B1D680}">
  <a:tblStyle styleId="{D7072550-EF59-46E0-827C-C5B7B6B1D68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f735e8b9e7841f8" /><Relationship Type="http://schemas.openxmlformats.org/officeDocument/2006/relationships/slideMaster" Target="/ppt/slideMasters/slideMaster1.xml" Id="Ra62308831e304e22" /><Relationship Type="http://schemas.openxmlformats.org/officeDocument/2006/relationships/notesMaster" Target="/ppt/notesMasters/notesMaster1.xml" Id="R7ba01289375c4684" /><Relationship Type="http://schemas.openxmlformats.org/officeDocument/2006/relationships/presProps" Target="/ppt/presProps.xml" Id="Rdbda5c90e9cc47f0" /><Relationship Type="http://schemas.openxmlformats.org/officeDocument/2006/relationships/tableStyles" Target="/ppt/tableStyles.xml" Id="R3812241447714350" /><Relationship Type="http://schemas.openxmlformats.org/officeDocument/2006/relationships/slide" Target="/ppt/slides/slide1.xml" Id="Rfd45aa3b4dfc4ec5" /><Relationship Type="http://schemas.openxmlformats.org/officeDocument/2006/relationships/slide" Target="/ppt/slides/slide2.xml" Id="Rb10fb03b38f743b2" /><Relationship Type="http://schemas.openxmlformats.org/officeDocument/2006/relationships/slide" Target="/ppt/slides/slide3.xml" Id="R064a2b339d994be0" /><Relationship Type="http://schemas.openxmlformats.org/officeDocument/2006/relationships/slide" Target="/ppt/slides/slide4.xml" Id="R162ec346d4dc432e" /><Relationship Type="http://schemas.openxmlformats.org/officeDocument/2006/relationships/slide" Target="/ppt/slides/slide5.xml" Id="Rc458ec4d9b3743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40aee02a5f5403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Primary Presentation Layouts">
  <a:themeElements>
    <a:clrScheme name="UiPath colors">
      <a:dk1>
        <a:srgbClr val="172024"/>
      </a:dk1>
      <a:lt1>
        <a:srgbClr val="FFFFFF"/>
      </a:lt1>
      <a:dk2>
        <a:srgbClr val="9D9D9D"/>
      </a:dk2>
      <a:lt2>
        <a:srgbClr val="F6F6F6"/>
      </a:lt2>
      <a:accent1>
        <a:srgbClr val="FA4616"/>
      </a:accent1>
      <a:accent2>
        <a:srgbClr val="1E6482"/>
      </a:accent2>
      <a:accent3>
        <a:srgbClr val="A32200"/>
      </a:accent3>
      <a:accent4>
        <a:srgbClr val="0BA2B3"/>
      </a:accent4>
      <a:accent5>
        <a:srgbClr val="8B288A"/>
      </a:accent5>
      <a:accent6>
        <a:srgbClr val="FA7678"/>
      </a:accent6>
      <a:hlink>
        <a:srgbClr val="5BCBDE"/>
      </a:hlink>
      <a:folHlink>
        <a:srgbClr val="5BCBD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iPath color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b09f4f5a2d9401c" /><Relationship Type="http://schemas.openxmlformats.org/officeDocument/2006/relationships/notesMaster" Target="/ppt/notesMasters/notesMaster1.xml" Id="R1f18992610da463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a6219d663934ae0" /><Relationship Type="http://schemas.openxmlformats.org/officeDocument/2006/relationships/notesMaster" Target="/ppt/notesMasters/notesMaster1.xml" Id="R03753de49446453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b67eed853af4adf" /><Relationship Type="http://schemas.openxmlformats.org/officeDocument/2006/relationships/notesMaster" Target="/ppt/notesMasters/notesMaster1.xml" Id="Rc951043ff84f4af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d01eca6417f41d6" /><Relationship Type="http://schemas.openxmlformats.org/officeDocument/2006/relationships/notesMaster" Target="/ppt/notesMasters/notesMaster1.xml" Id="R1227428ef95b459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4d0caf640024622" /><Relationship Type="http://schemas.openxmlformats.org/officeDocument/2006/relationships/notesMaster" Target="/ppt/notesMasters/notesMaster1.xml" Id="R7f0c0b73f38644a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3c325381894dce" /><Relationship Type="http://schemas.openxmlformats.org/officeDocument/2006/relationships/image" Target="/ppt/media/image2.png" Id="R5da4c45a1924449d" /><Relationship Type="http://schemas.openxmlformats.org/officeDocument/2006/relationships/image" Target="/ppt/media/image3.png" Id="Rd40b3e0eea2e424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c35501c8fc4f60" /><Relationship Type="http://schemas.openxmlformats.org/officeDocument/2006/relationships/image" Target="/ppt/media/image4.png" Id="R0c7b54b08065406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59a574a8b84152" /><Relationship Type="http://schemas.openxmlformats.org/officeDocument/2006/relationships/image" Target="/ppt/media/image5.png" Id="R5fe9f83a334747ea" /><Relationship Type="http://schemas.openxmlformats.org/officeDocument/2006/relationships/image" Target="/ppt/media/image6.png" Id="R566e9fc2ca234a1b" /><Relationship Type="http://schemas.openxmlformats.org/officeDocument/2006/relationships/image" Target="/ppt/media/image7.png" Id="Rfb18842804f8464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0bbf5c78d545ca" /><Relationship Type="http://schemas.openxmlformats.org/officeDocument/2006/relationships/image" Target="/ppt/media/image.png" Id="R5095ea7f68b54bf0" /><Relationship Type="http://schemas.openxmlformats.org/officeDocument/2006/relationships/image" Target="/ppt/media/image8.png" Id="R34757adf9de54807" /><Relationship Type="http://schemas.openxmlformats.org/officeDocument/2006/relationships/image" Target="/ppt/media/image4.png" Id="R7b15a21b84c9448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d59df2ffd54dc3" /><Relationship Type="http://schemas.openxmlformats.org/officeDocument/2006/relationships/image" Target="/ppt/media/image9.png" Id="Rb2d1976f352148b5" /><Relationship Type="http://schemas.openxmlformats.org/officeDocument/2006/relationships/image" Target="/ppt/media/image10.png" Id="R58be039657104918" /><Relationship Type="http://schemas.openxmlformats.org/officeDocument/2006/relationships/image" Target="/ppt/media/image11.png" Id="Rd3e182b928054a4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0696242ece478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8261eb7a164b2d" /><Relationship Type="http://schemas.openxmlformats.org/officeDocument/2006/relationships/image" Target="/ppt/media/image11.png" Id="Rd9152a3060e84ac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27262956e64a11" /><Relationship Type="http://schemas.openxmlformats.org/officeDocument/2006/relationships/image" Target="/ppt/media/image11.png" Id="R05c7d50307e34b8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8eaf1cff8a4a3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8613126cc240a8" /><Relationship Type="http://schemas.openxmlformats.org/officeDocument/2006/relationships/image" Target="/ppt/media/image11.png" Id="Re61e09930aae4c3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0777f8e9f84f34" /><Relationship Type="http://schemas.openxmlformats.org/officeDocument/2006/relationships/image" Target="/ppt/media/image11.png" Id="Rbd1e7576b06147cf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2d3e9098ba4ad4" /><Relationship Type="http://schemas.openxmlformats.org/officeDocument/2006/relationships/image" Target="/ppt/media/image12.png" Id="R3ad66bf9e0144c4e" /><Relationship Type="http://schemas.openxmlformats.org/officeDocument/2006/relationships/image" Target="/ppt/media/image11.png" Id="Ra0d13ca6b7454290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2b191f7adb4429" /><Relationship Type="http://schemas.openxmlformats.org/officeDocument/2006/relationships/image" Target="/ppt/media/image13.png" Id="R330e63644fbb4f24" /><Relationship Type="http://schemas.openxmlformats.org/officeDocument/2006/relationships/image" Target="/ppt/media/image11.png" Id="R700dc1fb329a4e79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ce143cf281485a" /><Relationship Type="http://schemas.openxmlformats.org/officeDocument/2006/relationships/image" Target="/ppt/media/image14.png" Id="R7bca80ca65b0455f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c6f2ca92fb40a6" /><Relationship Type="http://schemas.openxmlformats.org/officeDocument/2006/relationships/image" Target="/ppt/media/image11.png" Id="Rebdb660a56e24f42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746678d8fa4eb1" /><Relationship Type="http://schemas.openxmlformats.org/officeDocument/2006/relationships/image" Target="/ppt/media/image11.png" Id="Rb5124f87f4cd43ea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1558594b41424f" /><Relationship Type="http://schemas.openxmlformats.org/officeDocument/2006/relationships/image" Target="/ppt/media/image11.png" Id="R98be08f744754052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2257b37d0c43c8" /><Relationship Type="http://schemas.openxmlformats.org/officeDocument/2006/relationships/image" Target="/ppt/media/image11.png" Id="Rd699300112cc4dd9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f230f45a02479c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8fdb0ab9464555" /><Relationship Type="http://schemas.openxmlformats.org/officeDocument/2006/relationships/image" Target="/ppt/media/image11.png" Id="Rb716a39863104cc9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10915d667f4cd3" /><Relationship Type="http://schemas.openxmlformats.org/officeDocument/2006/relationships/image" Target="/ppt/media/image11.png" Id="Ra061dc79d2ff417e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465fd681504a53" /><Relationship Type="http://schemas.openxmlformats.org/officeDocument/2006/relationships/image" Target="/ppt/media/image15.png" Id="Reec6c0a8d3664415" /><Relationship Type="http://schemas.openxmlformats.org/officeDocument/2006/relationships/image" Target="/ppt/media/image11.png" Id="R7a8c2b900a9a486a" /></Relationships>
</file>

<file path=ppt/slideLayouts/slideLayout1.xml><?xml version="1.0" encoding="utf-8"?>
<p:sldLayout xmlns:p="http://schemas.openxmlformats.org/presentationml/2006/main" showMasterSp="0" matchingName="Section Header">
  <p:cSld name="Section Header">
    <p:bg>
      <p:bgPr>
        <a:solidFill xmlns:a="http://schemas.openxmlformats.org/drawingml/2006/main">
          <a:srgbClr val="0BA2B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11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da4c45a1924449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9770" y="5461000"/>
            <a:ext cx="1524000" cy="1206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2" name="Google Shape;12;p9">
            <a:extLst xmlns:a="http://schemas.openxmlformats.org/drawingml/2006/main">
              <a:ext uri="{FF2B5EF4-FFF2-40B4-BE49-F238E27FC236}">
                <a16:creationId xmlns:a16="http://schemas.microsoft.com/office/drawing/2014/main" id="{DCAF9A3A-E376-41DF-8446-4DD25AAC4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4946" y="4955133"/>
            <a:ext cx="2120057" cy="1"/>
          </a:xfrm>
          <a:custGeom xmlns:a="http://schemas.openxmlformats.org/drawingml/2006/main">
            <a:rect l="l" t="t" r="r" b="b"/>
            <a:pathLst>
              <a:path w="21600" h="12000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rPr>
              <a:t> </a:t>
            </a:r>
          </a:p>
        </p:txBody>
      </p:sp>
      <p:sp>
        <p:nvSpPr>
          <p:cNvPr id="13" name="Google Shape;13;p9">
            <a:extLst xmlns:a="http://schemas.openxmlformats.org/drawingml/2006/main">
              <a:ext uri="{FF2B5EF4-FFF2-40B4-BE49-F238E27FC236}">
                <a16:creationId xmlns:a16="http://schemas.microsoft.com/office/drawing/2014/main" id="{2296E249-96C7-4560-82DF-1A2F496B2A5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40800" y="5886454"/>
            <a:ext cx="8280000" cy="4517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4" name="Google Shape;14;p9">
            <a:extLst xmlns:a="http://schemas.openxmlformats.org/drawingml/2006/main">
              <a:ext uri="{FF2B5EF4-FFF2-40B4-BE49-F238E27FC236}">
                <a16:creationId xmlns:a16="http://schemas.microsoft.com/office/drawing/2014/main" id="{E85BBE39-2572-42DE-BFD0-35BC51D31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29" y="190499"/>
            <a:ext cx="11848241" cy="6477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lt1"/>
            </a:solidFill>
            <a:prstDash val="solid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5" name="Google Shape;15;p9">
            <a:extLst xmlns:a="http://schemas.openxmlformats.org/drawingml/2006/main">
              <a:ext uri="{FF2B5EF4-FFF2-40B4-BE49-F238E27FC236}">
                <a16:creationId xmlns:a16="http://schemas.microsoft.com/office/drawing/2014/main" id="{A55F3E9F-FBC6-4C06-9DBC-59D6C1E380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40800" y="4843803"/>
            <a:ext cx="8280000" cy="1037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rgbClr val="FFFFFF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pic>
        <p:nvPicPr>
          <p:cNvPr id="16" name="Google Shape;16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40b3e0eea2e424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616196" y="435122"/>
            <a:ext cx="1116970" cy="36366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Slide with logo">
  <p:cSld name="Slide with log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Google Shape;18;p10">
            <a:extLst xmlns:a="http://schemas.openxmlformats.org/drawingml/2006/main">
              <a:ext uri="{FF2B5EF4-FFF2-40B4-BE49-F238E27FC236}">
                <a16:creationId xmlns:a16="http://schemas.microsoft.com/office/drawing/2014/main" id="{ACE878DF-E1B6-4C9A-93D7-EC0C962DB0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9" name="Google Shape;19;p10">
            <a:extLst xmlns:a="http://schemas.openxmlformats.org/drawingml/2006/main">
              <a:ext uri="{FF2B5EF4-FFF2-40B4-BE49-F238E27FC236}">
                <a16:creationId xmlns:a16="http://schemas.microsoft.com/office/drawing/2014/main" id="{8A4F6385-19DB-4555-8B99-C60F1A1A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7948" y="1240221"/>
            <a:ext cx="1481958" cy="672662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 w="12700" cmpd="sng">
            <a:solidFill>
              <a:schemeClr val="lt1"/>
            </a:solidFill>
            <a:prstDash val="solid"/>
          </a:ln>
        </p:spPr>
        <p:txBody>
          <a:bodyPr xmlns:a="http://schemas.openxmlformats.org/drawingml/2006/main" spcFirstLastPara="1" wrap="square" lIns="91425" tIns="91425" rIns="91425" bIns="91425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20" name="Google Shape;20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c7b54b08065406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629023" y="362581"/>
            <a:ext cx="1150883" cy="4305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3.xml><?xml version="1.0" encoding="utf-8"?>
<p:sldLayout xmlns:p="http://schemas.openxmlformats.org/presentationml/2006/main" matchingName="Title and 2 Contents">
  <p:cSld name="Title and 2 Contents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22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fe9f83a334747e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89650" y="0"/>
            <a:ext cx="6089650" cy="208759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23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66e9fc2ca234a1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2692400"/>
            <a:ext cx="4178300" cy="4165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4" name="Google Shape;24;p11">
            <a:extLst xmlns:a="http://schemas.openxmlformats.org/drawingml/2006/main">
              <a:ext uri="{FF2B5EF4-FFF2-40B4-BE49-F238E27FC236}">
                <a16:creationId xmlns:a16="http://schemas.microsoft.com/office/drawing/2014/main" id="{DC66FE13-F770-42BD-AA28-BF6481CD75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5" name="Google Shape;25;p11">
            <a:extLst xmlns:a="http://schemas.openxmlformats.org/drawingml/2006/main">
              <a:ext uri="{FF2B5EF4-FFF2-40B4-BE49-F238E27FC236}">
                <a16:creationId xmlns:a16="http://schemas.microsoft.com/office/drawing/2014/main" id="{BA77CE6B-823B-41EB-B828-4D79472AF1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26" name="Google Shape;26;p11">
            <a:extLst xmlns:a="http://schemas.openxmlformats.org/drawingml/2006/main">
              <a:ext uri="{FF2B5EF4-FFF2-40B4-BE49-F238E27FC236}">
                <a16:creationId xmlns:a16="http://schemas.microsoft.com/office/drawing/2014/main" id="{B95EEA54-B6D2-41B8-BAC0-3D4C2C4855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0000" y="1440000"/>
            <a:ext cx="504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2pPr>
            <a:lvl3pPr marL="1371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4pPr>
            <a:lvl5pPr marL="22860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27" name="Google Shape;27;p11">
            <a:extLst xmlns:a="http://schemas.openxmlformats.org/drawingml/2006/main">
              <a:ext uri="{FF2B5EF4-FFF2-40B4-BE49-F238E27FC236}">
                <a16:creationId xmlns:a16="http://schemas.microsoft.com/office/drawing/2014/main" id="{A9F5711B-87A9-4E14-8247-8E10314519D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60000" y="1799999"/>
            <a:ext cx="5040000" cy="43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28" name="Google Shape;28;p11">
            <a:extLst xmlns:a="http://schemas.openxmlformats.org/drawingml/2006/main">
              <a:ext uri="{FF2B5EF4-FFF2-40B4-BE49-F238E27FC236}">
                <a16:creationId xmlns:a16="http://schemas.microsoft.com/office/drawing/2014/main" id="{3556A533-4C61-4895-8CF7-67702D76320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89650" y="1440000"/>
            <a:ext cx="504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2pPr>
            <a:lvl3pPr marL="1371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4pPr>
            <a:lvl5pPr marL="22860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29" name="Google Shape;29;p11">
            <a:extLst xmlns:a="http://schemas.openxmlformats.org/drawingml/2006/main">
              <a:ext uri="{FF2B5EF4-FFF2-40B4-BE49-F238E27FC236}">
                <a16:creationId xmlns:a16="http://schemas.microsoft.com/office/drawing/2014/main" id="{82D0F046-395A-4A96-BD14-83BFC751A4F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089650" y="1799999"/>
            <a:ext cx="5040000" cy="43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30" name="Google Shape;30;p11">
            <a:extLst xmlns:a="http://schemas.openxmlformats.org/drawingml/2006/main">
              <a:ext uri="{FF2B5EF4-FFF2-40B4-BE49-F238E27FC236}">
                <a16:creationId xmlns:a16="http://schemas.microsoft.com/office/drawing/2014/main" id="{3546BFAF-CAE4-4AFB-8EBC-4D744E89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0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31" name="Google Shape;31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b18842804f8464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667661" y="404660"/>
            <a:ext cx="1063903" cy="34638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showMasterSp="0" matchingName="Custom Layout">
  <p:cSld name="Custom Layou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12">
            <a:extLst xmlns:a="http://schemas.openxmlformats.org/drawingml/2006/main">
              <a:ext uri="{FF2B5EF4-FFF2-40B4-BE49-F238E27FC236}">
                <a16:creationId xmlns:a16="http://schemas.microsoft.com/office/drawing/2014/main" id="{3BFF5BEA-4D04-45CC-B69D-0795EB99C2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5128" y="4640687"/>
            <a:ext cx="9000000" cy="4572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87500"/>
              </a:lnSpc>
              <a:spcBef>
                <a:spcPts val="0"/>
              </a:spcBef>
              <a:spcAft>
                <a:spcPts val="0"/>
              </a:spcAft>
              <a:buNone/>
              <a:defRPr sz="1600"/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pic>
        <p:nvPicPr>
          <p:cNvPr id="34" name="Google Shape;34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095ea7f68b54bf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6"/>
            <a:ext cx="833598" cy="4167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5" name="Google Shape;35;p12">
            <a:extLst xmlns:a="http://schemas.openxmlformats.org/drawingml/2006/main">
              <a:ext uri="{FF2B5EF4-FFF2-40B4-BE49-F238E27FC236}">
                <a16:creationId xmlns:a16="http://schemas.microsoft.com/office/drawing/2014/main" id="{0B625BCF-460B-4D8B-AF5D-E3398D4EC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29" y="190499"/>
            <a:ext cx="11848241" cy="6477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accent1"/>
            </a:solidFill>
            <a:prstDash val="solid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36" name="Google Shape;36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4757adf9de5480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0348" y="393566"/>
            <a:ext cx="6557643" cy="35560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37" name="Google Shape;37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b15a21b84c9448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629023" y="362581"/>
            <a:ext cx="1150883" cy="4305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5.xml><?xml version="1.0" encoding="utf-8"?>
<p:sldLayout xmlns:p="http://schemas.openxmlformats.org/presentationml/2006/main" showMasterSp="0" matchingName="Title Slide">
  <p:cSld name="Title Slide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39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2d1976f352148b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197670" y="5461000"/>
            <a:ext cx="1816100" cy="1206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2" name="Google Shape;40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8be03965710491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65529" y="190499"/>
            <a:ext cx="1816100" cy="12065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41" name="Google Shape;41;p13">
            <a:extLst xmlns:a="http://schemas.openxmlformats.org/drawingml/2006/main">
              <a:ext uri="{FF2B5EF4-FFF2-40B4-BE49-F238E27FC236}">
                <a16:creationId xmlns:a16="http://schemas.microsoft.com/office/drawing/2014/main" id="{4C8D4EFB-735D-4104-9D89-2BD6FA07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4946" y="4955133"/>
            <a:ext cx="2120057" cy="1"/>
          </a:xfrm>
          <a:custGeom xmlns:a="http://schemas.openxmlformats.org/drawingml/2006/main">
            <a:rect l="l" t="t" r="r" b="b"/>
            <a:pathLst>
              <a:path w="21600" h="12000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rPr>
              <a:t> </a:t>
            </a:r>
          </a:p>
        </p:txBody>
      </p:sp>
      <p:sp>
        <p:nvSpPr>
          <p:cNvPr id="42" name="Google Shape;42;p13">
            <a:extLst xmlns:a="http://schemas.openxmlformats.org/drawingml/2006/main">
              <a:ext uri="{FF2B5EF4-FFF2-40B4-BE49-F238E27FC236}">
                <a16:creationId xmlns:a16="http://schemas.microsoft.com/office/drawing/2014/main" id="{56FFA260-67AE-4AF4-956A-AA9F5BC75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29" y="190499"/>
            <a:ext cx="11848241" cy="6477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lt1"/>
            </a:solidFill>
            <a:prstDash val="solid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43" name="Google Shape;43;p13">
            <a:extLst xmlns:a="http://schemas.openxmlformats.org/drawingml/2006/main">
              <a:ext uri="{FF2B5EF4-FFF2-40B4-BE49-F238E27FC236}">
                <a16:creationId xmlns:a16="http://schemas.microsoft.com/office/drawing/2014/main" id="{BD965C4D-E4CA-46B8-AA5B-D63862B1F24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40800" y="5850000"/>
            <a:ext cx="3818481" cy="6301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None/>
              <a:defRPr sz="700" b="0" i="0" u="none" cap="none">
                <a:solidFill>
                  <a:srgbClr val="A32200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44" name="Google Shape;44;p13">
            <a:extLst xmlns:a="http://schemas.openxmlformats.org/drawingml/2006/main">
              <a:ext uri="{FF2B5EF4-FFF2-40B4-BE49-F238E27FC236}">
                <a16:creationId xmlns:a16="http://schemas.microsoft.com/office/drawing/2014/main" id="{35C9F8A0-55CF-42F2-9F9C-103A7BB4692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0800" y="4574120"/>
            <a:ext cx="8822225" cy="9144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45" name="Google Shape;45;p13">
            <a:extLst xmlns:a="http://schemas.openxmlformats.org/drawingml/2006/main">
              <a:ext uri="{FF2B5EF4-FFF2-40B4-BE49-F238E27FC236}">
                <a16:creationId xmlns:a16="http://schemas.microsoft.com/office/drawing/2014/main" id="{2FF09589-0DD2-43DA-A6E5-6F8D1CDB24A0}"/>
              </a:ext>
            </a:extLst>
          </p:cNvPr>
          <p:cNvSpPr>
            <a:spLocks xmlns:a="http://schemas.openxmlformats.org/drawingml/2006/main" noGrp="1"/>
          </p:cNvSpPr>
          <p:nvPr>
            <p:ph type="subTitle" idx="3"/>
          </p:nvPr>
        </p:nvSpPr>
        <p:spPr>
          <a:xfrm xmlns:a="http://schemas.openxmlformats.org/drawingml/2006/main">
            <a:off x="644227" y="2845823"/>
            <a:ext cx="8820000" cy="15132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1666"/>
              </a:lnSpc>
              <a:spcBef>
                <a:spcPts val="800"/>
              </a:spcBef>
              <a:spcAft>
                <a:spcPts val="0"/>
              </a:spcAft>
              <a:buNone/>
              <a:defRPr sz="6000" b="1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algn="ct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6pPr>
            <a:lvl7pPr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7pPr>
            <a:lvl8pPr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8pPr>
            <a:lvl9pPr algn="ctr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pic>
        <p:nvPicPr>
          <p:cNvPr id="46" name="Google Shape;46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3e182b928054a4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121449" y="507429"/>
            <a:ext cx="1496116" cy="74805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6.xml><?xml version="1.0" encoding="utf-8"?>
<p:sldLayout xmlns:p="http://schemas.openxmlformats.org/presentationml/2006/main" matchingName="Title and Content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Google Shape;48;p14">
            <a:extLst xmlns:a="http://schemas.openxmlformats.org/drawingml/2006/main">
              <a:ext uri="{FF2B5EF4-FFF2-40B4-BE49-F238E27FC236}">
                <a16:creationId xmlns:a16="http://schemas.microsoft.com/office/drawing/2014/main" id="{C8EA9439-1AED-495F-AAF4-C738FA3101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49" name="Google Shape;49;p14">
            <a:extLst xmlns:a="http://schemas.openxmlformats.org/drawingml/2006/main">
              <a:ext uri="{FF2B5EF4-FFF2-40B4-BE49-F238E27FC236}">
                <a16:creationId xmlns:a16="http://schemas.microsoft.com/office/drawing/2014/main" id="{88A977BC-AF88-4851-B42F-01BFDE2B943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50" name="Google Shape;50;p14">
            <a:extLst xmlns:a="http://schemas.openxmlformats.org/drawingml/2006/main">
              <a:ext uri="{FF2B5EF4-FFF2-40B4-BE49-F238E27FC236}">
                <a16:creationId xmlns:a16="http://schemas.microsoft.com/office/drawing/2014/main" id="{0D6CB283-06E4-478D-995C-9CD1EA7443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0000" y="1440000"/>
            <a:ext cx="900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2pPr>
            <a:lvl3pPr marL="1371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4pPr>
            <a:lvl5pPr marL="22860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51" name="Google Shape;51;p14">
            <a:extLst xmlns:a="http://schemas.openxmlformats.org/drawingml/2006/main">
              <a:ext uri="{FF2B5EF4-FFF2-40B4-BE49-F238E27FC236}">
                <a16:creationId xmlns:a16="http://schemas.microsoft.com/office/drawing/2014/main" id="{662E891F-0F78-4E1D-AB2B-D5BD7EE8D19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60000" y="1799999"/>
            <a:ext cx="9000000" cy="43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7.xml><?xml version="1.0" encoding="utf-8"?>
<p:sldLayout xmlns:p="http://schemas.openxmlformats.org/presentationml/2006/main" showMasterSp="0" matchingName="Title and Content Dark">
  <p:cSld name="Title and Content Dark">
    <p:bg>
      <p:bgPr>
        <a:solidFill xmlns:a="http://schemas.openxmlformats.org/drawingml/2006/main">
          <a:schemeClr val="accen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Google Shape;53;p15">
            <a:extLst xmlns:a="http://schemas.openxmlformats.org/drawingml/2006/main">
              <a:ext uri="{FF2B5EF4-FFF2-40B4-BE49-F238E27FC236}">
                <a16:creationId xmlns:a16="http://schemas.microsoft.com/office/drawing/2014/main" id="{9A68B80A-6C02-4C94-9196-1E3755977F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54" name="Google Shape;54;p15">
            <a:extLst xmlns:a="http://schemas.openxmlformats.org/drawingml/2006/main">
              <a:ext uri="{FF2B5EF4-FFF2-40B4-BE49-F238E27FC236}">
                <a16:creationId xmlns:a16="http://schemas.microsoft.com/office/drawing/2014/main" id="{A18D33F9-2B25-461B-9B1A-AD36FABD2B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55" name="Google Shape;55;p15">
            <a:extLst xmlns:a="http://schemas.openxmlformats.org/drawingml/2006/main">
              <a:ext uri="{FF2B5EF4-FFF2-40B4-BE49-F238E27FC236}">
                <a16:creationId xmlns:a16="http://schemas.microsoft.com/office/drawing/2014/main" id="{CBF48B26-8F77-486C-9BFB-449EB6430C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0000" y="1440000"/>
            <a:ext cx="900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2pPr>
            <a:lvl3pPr marL="1371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18288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4pPr>
            <a:lvl5pPr marL="22860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56" name="Google Shape;56;p15">
            <a:extLst xmlns:a="http://schemas.openxmlformats.org/drawingml/2006/main">
              <a:ext uri="{FF2B5EF4-FFF2-40B4-BE49-F238E27FC236}">
                <a16:creationId xmlns:a16="http://schemas.microsoft.com/office/drawing/2014/main" id="{CDBF4122-1880-4110-BAFE-677C368EF1B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60000" y="1799999"/>
            <a:ext cx="9000000" cy="43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57" name="Google Shape;57;p15">
            <a:extLst xmlns:a="http://schemas.openxmlformats.org/drawingml/2006/main">
              <a:ext uri="{FF2B5EF4-FFF2-40B4-BE49-F238E27FC236}">
                <a16:creationId xmlns:a16="http://schemas.microsoft.com/office/drawing/2014/main" id="{706B8ADA-C5F8-46C7-B132-36B90E1D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1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58" name="Google Shape;58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9152a3060e84ac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showMasterSp="0" matchingName="1_Title and Content Teal">
  <p:cSld name="1_Title and Content Teal">
    <p:bg>
      <p:bgPr>
        <a:solidFill xmlns:a="http://schemas.openxmlformats.org/drawingml/2006/main">
          <a:schemeClr val="accent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Google Shape;60;p16">
            <a:extLst xmlns:a="http://schemas.openxmlformats.org/drawingml/2006/main">
              <a:ext uri="{FF2B5EF4-FFF2-40B4-BE49-F238E27FC236}">
                <a16:creationId xmlns:a16="http://schemas.microsoft.com/office/drawing/2014/main" id="{525D5EB5-073C-4D67-8815-3DD75EF0FF3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1" name="Google Shape;61;p16">
            <a:extLst xmlns:a="http://schemas.openxmlformats.org/drawingml/2006/main">
              <a:ext uri="{FF2B5EF4-FFF2-40B4-BE49-F238E27FC236}">
                <a16:creationId xmlns:a16="http://schemas.microsoft.com/office/drawing/2014/main" id="{5B709F27-1261-4239-A8A6-52734B7901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62" name="Google Shape;62;p16">
            <a:extLst xmlns:a="http://schemas.openxmlformats.org/drawingml/2006/main">
              <a:ext uri="{FF2B5EF4-FFF2-40B4-BE49-F238E27FC236}">
                <a16:creationId xmlns:a16="http://schemas.microsoft.com/office/drawing/2014/main" id="{6709A728-6FC1-4D01-B3CE-546C3B2D99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0000" y="1440000"/>
            <a:ext cx="900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2pPr>
            <a:lvl3pPr marL="1371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18288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4pPr>
            <a:lvl5pPr marL="22860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63" name="Google Shape;63;p16">
            <a:extLst xmlns:a="http://schemas.openxmlformats.org/drawingml/2006/main">
              <a:ext uri="{FF2B5EF4-FFF2-40B4-BE49-F238E27FC236}">
                <a16:creationId xmlns:a16="http://schemas.microsoft.com/office/drawing/2014/main" id="{425DB64E-1FE5-43DD-A58A-46C0258BEF8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60000" y="1799999"/>
            <a:ext cx="9000000" cy="43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64" name="Google Shape;64;p16">
            <a:extLst xmlns:a="http://schemas.openxmlformats.org/drawingml/2006/main">
              <a:ext uri="{FF2B5EF4-FFF2-40B4-BE49-F238E27FC236}">
                <a16:creationId xmlns:a16="http://schemas.microsoft.com/office/drawing/2014/main" id="{A71CF536-8E98-45D6-8995-99AB232E2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1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65" name="Google Shape;65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5c7d50307e34b8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Headline only">
  <p:cSld name="Headlin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17">
            <a:extLst xmlns:a="http://schemas.openxmlformats.org/drawingml/2006/main">
              <a:ext uri="{FF2B5EF4-FFF2-40B4-BE49-F238E27FC236}">
                <a16:creationId xmlns:a16="http://schemas.microsoft.com/office/drawing/2014/main" id="{7EEE96A4-F2CC-4761-8FA7-1CDDD78FE3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68" name="Google Shape;68;p17">
            <a:extLst xmlns:a="http://schemas.openxmlformats.org/drawingml/2006/main">
              <a:ext uri="{FF2B5EF4-FFF2-40B4-BE49-F238E27FC236}">
                <a16:creationId xmlns:a16="http://schemas.microsoft.com/office/drawing/2014/main" id="{133031B4-849A-4E61-9E25-71A5042E50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showMasterSp="0" matchingName="Headline only Dark">
  <p:cSld name="Headline only Dark">
    <p:bg>
      <p:bgPr>
        <a:solidFill xmlns:a="http://schemas.openxmlformats.org/drawingml/2006/main">
          <a:schemeClr val="accen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Google Shape;70;p18">
            <a:extLst xmlns:a="http://schemas.openxmlformats.org/drawingml/2006/main">
              <a:ext uri="{FF2B5EF4-FFF2-40B4-BE49-F238E27FC236}">
                <a16:creationId xmlns:a16="http://schemas.microsoft.com/office/drawing/2014/main" id="{15BCB2BA-68EF-42C3-8EB7-97703050B6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1" name="Google Shape;71;p18">
            <a:extLst xmlns:a="http://schemas.openxmlformats.org/drawingml/2006/main">
              <a:ext uri="{FF2B5EF4-FFF2-40B4-BE49-F238E27FC236}">
                <a16:creationId xmlns:a16="http://schemas.microsoft.com/office/drawing/2014/main" id="{9504A915-1709-4371-956C-D9F1BF393E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72" name="Google Shape;72;p18">
            <a:extLst xmlns:a="http://schemas.openxmlformats.org/drawingml/2006/main">
              <a:ext uri="{FF2B5EF4-FFF2-40B4-BE49-F238E27FC236}">
                <a16:creationId xmlns:a16="http://schemas.microsoft.com/office/drawing/2014/main" id="{4A426DFD-2EDD-4131-B7FA-8592FBAD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1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73" name="Google Shape;73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61e09930aae4c3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showMasterSp="0" matchingName="1_Headline only Teal">
  <p:cSld name="1_Headline only Teal">
    <p:bg>
      <p:bgPr>
        <a:solidFill xmlns:a="http://schemas.openxmlformats.org/drawingml/2006/main">
          <a:schemeClr val="accent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9">
            <a:extLst xmlns:a="http://schemas.openxmlformats.org/drawingml/2006/main">
              <a:ext uri="{FF2B5EF4-FFF2-40B4-BE49-F238E27FC236}">
                <a16:creationId xmlns:a16="http://schemas.microsoft.com/office/drawing/2014/main" id="{A5489A5C-2CFE-4D38-AC5D-833E076644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76" name="Google Shape;76;p19">
            <a:extLst xmlns:a="http://schemas.openxmlformats.org/drawingml/2006/main">
              <a:ext uri="{FF2B5EF4-FFF2-40B4-BE49-F238E27FC236}">
                <a16:creationId xmlns:a16="http://schemas.microsoft.com/office/drawing/2014/main" id="{EDAB47D4-BDB1-4431-B84D-3E0785A9F9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77" name="Google Shape;77;p19">
            <a:extLst xmlns:a="http://schemas.openxmlformats.org/drawingml/2006/main">
              <a:ext uri="{FF2B5EF4-FFF2-40B4-BE49-F238E27FC236}">
                <a16:creationId xmlns:a16="http://schemas.microsoft.com/office/drawing/2014/main" id="{B36BA565-9A7B-4FA4-9756-E2E04AD95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1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78" name="Google Shape;78;p1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d1e7576b06147c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showMasterSp="0" matchingName="Comparison">
  <p:cSld name="Comparison">
    <p:bg>
      <p:bgPr>
        <a:solidFill xmlns:a="http://schemas.openxmlformats.org/drawingml/2006/main">
          <a:schemeClr val="accent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Google Shape;80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ad66bf9e0144c4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0"/>
            <a:ext cx="7567885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1" name="Google Shape;81;p20">
            <a:extLst xmlns:a="http://schemas.openxmlformats.org/drawingml/2006/main">
              <a:ext uri="{FF2B5EF4-FFF2-40B4-BE49-F238E27FC236}">
                <a16:creationId xmlns:a16="http://schemas.microsoft.com/office/drawing/2014/main" id="{80C95C9A-83F6-4A5B-B8C2-88C353F2C57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82" name="Google Shape;82;p20">
            <a:extLst xmlns:a="http://schemas.openxmlformats.org/drawingml/2006/main">
              <a:ext uri="{FF2B5EF4-FFF2-40B4-BE49-F238E27FC236}">
                <a16:creationId xmlns:a16="http://schemas.microsoft.com/office/drawing/2014/main" id="{85ADAD53-DB1D-4CEE-BE67-533F8AB284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1674394"/>
            <a:ext cx="504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chemeClr val="dk1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83" name="Google Shape;83;p20">
            <a:extLst xmlns:a="http://schemas.openxmlformats.org/drawingml/2006/main">
              <a:ext uri="{FF2B5EF4-FFF2-40B4-BE49-F238E27FC236}">
                <a16:creationId xmlns:a16="http://schemas.microsoft.com/office/drawing/2014/main" id="{B40F01BE-53F4-4F31-8F0B-4E85999933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480000" y="1674393"/>
            <a:ext cx="504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 b="1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84" name="Google Shape;84;p20">
            <a:extLst xmlns:a="http://schemas.openxmlformats.org/drawingml/2006/main">
              <a:ext uri="{FF2B5EF4-FFF2-40B4-BE49-F238E27FC236}">
                <a16:creationId xmlns:a16="http://schemas.microsoft.com/office/drawing/2014/main" id="{F802508A-1D6C-4CC7-8A62-00DD0C55C21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80000" y="2834245"/>
            <a:ext cx="5040000" cy="3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33528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85" name="Google Shape;85;p20">
            <a:extLst xmlns:a="http://schemas.openxmlformats.org/drawingml/2006/main">
              <a:ext uri="{FF2B5EF4-FFF2-40B4-BE49-F238E27FC236}">
                <a16:creationId xmlns:a16="http://schemas.microsoft.com/office/drawing/2014/main" id="{D07B56D1-C708-4F76-B3E7-14733DCA4E6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360000" y="2834245"/>
            <a:ext cx="5040000" cy="32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33528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86" name="Google Shape;86;p20">
            <a:extLst xmlns:a="http://schemas.openxmlformats.org/drawingml/2006/main">
              <a:ext uri="{FF2B5EF4-FFF2-40B4-BE49-F238E27FC236}">
                <a16:creationId xmlns:a16="http://schemas.microsoft.com/office/drawing/2014/main" id="{59EA1305-1817-43B6-A317-FD12C3685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0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87" name="Google Shape;87;p2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0d13ca6b745429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3.xml><?xml version="1.0" encoding="utf-8"?>
<p:sldLayout xmlns:p="http://schemas.openxmlformats.org/presentationml/2006/main" showMasterSp="0" matchingName="Quote Slide">
  <p:cSld name="Quote Slide">
    <p:bg>
      <p:bgPr>
        <a:solidFill xmlns:a="http://schemas.openxmlformats.org/drawingml/2006/main">
          <a:schemeClr val="accen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9" name="Google Shape;89;p21">
            <a:extLst xmlns:a="http://schemas.openxmlformats.org/drawingml/2006/main">
              <a:ext uri="{FF2B5EF4-FFF2-40B4-BE49-F238E27FC236}">
                <a16:creationId xmlns:a16="http://schemas.microsoft.com/office/drawing/2014/main" id="{73924930-BEA2-45F3-B45F-FE70978E4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4946" y="4955133"/>
            <a:ext cx="2120057" cy="1"/>
          </a:xfrm>
          <a:custGeom xmlns:a="http://schemas.openxmlformats.org/drawingml/2006/main">
            <a:rect l="l" t="t" r="r" b="b"/>
            <a:pathLst>
              <a:path w="21600" h="120000">
                <a:moveTo>
                  <a:pt x="0" y="0"/>
                </a:moveTo>
                <a:lnTo>
                  <a:pt x="21600" y="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sp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rPr>
              <a:t> </a:t>
            </a:r>
          </a:p>
        </p:txBody>
      </p:sp>
      <p:sp>
        <p:nvSpPr>
          <p:cNvPr id="90" name="Google Shape;90;p21">
            <a:extLst xmlns:a="http://schemas.openxmlformats.org/drawingml/2006/main">
              <a:ext uri="{FF2B5EF4-FFF2-40B4-BE49-F238E27FC236}">
                <a16:creationId xmlns:a16="http://schemas.microsoft.com/office/drawing/2014/main" id="{0E9E5363-4775-4FDA-B313-975DB875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734" y="2179914"/>
            <a:ext cx="239177" cy="3274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800" b="1" i="0" u="none" cap="none">
                <a:solidFill>
                  <a:schemeClr val="lt1"/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91" name="Google Shape;91;p21">
            <a:extLst xmlns:a="http://schemas.openxmlformats.org/drawingml/2006/main">
              <a:ext uri="{FF2B5EF4-FFF2-40B4-BE49-F238E27FC236}">
                <a16:creationId xmlns:a16="http://schemas.microsoft.com/office/drawing/2014/main" id="{21A1638C-4C88-4D34-94C4-0531FC4C3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29" y="190499"/>
            <a:ext cx="11848241" cy="6477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lt1"/>
            </a:solidFill>
            <a:prstDash val="solid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2" name="Google Shape;92;p21">
            <a:extLst xmlns:a="http://schemas.openxmlformats.org/drawingml/2006/main">
              <a:ext uri="{FF2B5EF4-FFF2-40B4-BE49-F238E27FC236}">
                <a16:creationId xmlns:a16="http://schemas.microsoft.com/office/drawing/2014/main" id="{BF0E10A1-7A24-4EB6-9076-0BB87AFD2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H="1">
            <a:off x="9366432" y="5569929"/>
            <a:ext cx="505472" cy="50547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A2B3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93" name="Google Shape;93;p21">
            <a:extLst xmlns:a="http://schemas.openxmlformats.org/drawingml/2006/main">
              <a:ext uri="{FF2B5EF4-FFF2-40B4-BE49-F238E27FC236}">
                <a16:creationId xmlns:a16="http://schemas.microsoft.com/office/drawing/2014/main" id="{40F38E61-4610-47B8-AC3E-F6B380E267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591200" y="2187168"/>
            <a:ext cx="8405525" cy="19773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800">
                <a:solidFill>
                  <a:srgbClr val="FFFFFF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94" name="Google Shape;94;p21">
            <a:extLst xmlns:a="http://schemas.openxmlformats.org/drawingml/2006/main">
              <a:ext uri="{FF2B5EF4-FFF2-40B4-BE49-F238E27FC236}">
                <a16:creationId xmlns:a16="http://schemas.microsoft.com/office/drawing/2014/main" id="{D97EC30D-5043-4459-9FC0-FCFB8FE74D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591200" y="4421963"/>
            <a:ext cx="7025229" cy="8355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 i="0" u="none" cap="none">
                <a:solidFill>
                  <a:schemeClr val="lt2"/>
                </a:solidFill>
                <a:latin typeface="Arial"/>
                <a:ea typeface="Arial"/>
                <a:cs typeface="Arial"/>
              </a:defRPr>
            </a:lvl2pPr>
            <a:lvl3pPr marL="1371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0" i="0" u="none" cap="none">
                <a:solidFill>
                  <a:schemeClr val="lt2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pic>
        <p:nvPicPr>
          <p:cNvPr id="95" name="Google Shape;95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30e63644fbb4f2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374886" y="5067046"/>
            <a:ext cx="2006600" cy="10033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6" name="Google Shape;96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00dc1fb329a4e7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4.xml><?xml version="1.0" encoding="utf-8"?>
<p:sldLayout xmlns:p="http://schemas.openxmlformats.org/presentationml/2006/main" matchingName="Content with photo">
  <p:cSld name="Content with phot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Google Shape;98;p22">
            <a:extLst xmlns:a="http://schemas.openxmlformats.org/drawingml/2006/main">
              <a:ext uri="{FF2B5EF4-FFF2-40B4-BE49-F238E27FC236}">
                <a16:creationId xmlns:a16="http://schemas.microsoft.com/office/drawing/2014/main" id="{1FB05C6E-713D-4621-BC30-0A517CADA87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937500" y="1447601"/>
            <a:ext cx="4241800" cy="54103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9" name="Google Shape;99;p22">
            <a:extLst xmlns:a="http://schemas.openxmlformats.org/drawingml/2006/main">
              <a:ext uri="{FF2B5EF4-FFF2-40B4-BE49-F238E27FC236}">
                <a16:creationId xmlns:a16="http://schemas.microsoft.com/office/drawing/2014/main" id="{75089623-D1FC-464D-B26D-02C6ED6D1C2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00" name="Google Shape;100;p22">
            <a:extLst xmlns:a="http://schemas.openxmlformats.org/drawingml/2006/main">
              <a:ext uri="{FF2B5EF4-FFF2-40B4-BE49-F238E27FC236}">
                <a16:creationId xmlns:a16="http://schemas.microsoft.com/office/drawing/2014/main" id="{8816F98D-20AA-4F25-9709-ADB904B18EB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01" name="Google Shape;101;p22">
            <a:extLst xmlns:a="http://schemas.openxmlformats.org/drawingml/2006/main">
              <a:ext uri="{FF2B5EF4-FFF2-40B4-BE49-F238E27FC236}">
                <a16:creationId xmlns:a16="http://schemas.microsoft.com/office/drawing/2014/main" id="{C3D357AB-D367-4F0C-BC78-3805FCBA9B9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0000" y="1440000"/>
            <a:ext cx="720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2pPr>
            <a:lvl3pPr marL="1371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4pPr>
            <a:lvl5pPr marL="22860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400" b="0" i="0" u="none" cap="none">
                <a:solidFill>
                  <a:srgbClr val="17232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02" name="Google Shape;102;p22">
            <a:extLst xmlns:a="http://schemas.openxmlformats.org/drawingml/2006/main">
              <a:ext uri="{FF2B5EF4-FFF2-40B4-BE49-F238E27FC236}">
                <a16:creationId xmlns:a16="http://schemas.microsoft.com/office/drawing/2014/main" id="{0BFE2DEE-806F-4358-82E7-F58BA7A32FB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360000" y="1799999"/>
            <a:ext cx="7200000" cy="43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pic>
        <p:nvPicPr>
          <p:cNvPr id="103" name="Google Shape;103;p2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bca80ca65b0455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937500" y="3935445"/>
            <a:ext cx="965200" cy="9652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04" name="Google Shape;104;p22">
            <a:extLst xmlns:a="http://schemas.openxmlformats.org/drawingml/2006/main">
              <a:ext uri="{FF2B5EF4-FFF2-40B4-BE49-F238E27FC236}">
                <a16:creationId xmlns:a16="http://schemas.microsoft.com/office/drawing/2014/main" id="{E32913AD-8234-4EA3-9CF4-9F736E0C4E65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2793987" y="4888595"/>
            <a:ext cx="6980036" cy="19694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F2FF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17500" tIns="317500" rIns="317500" bIns="317500" anchor="t">
            <a:noAutofit/>
          </a:bodyPr>
          <a:lstStyle xmlns:a="http://schemas.openxmlformats.org/drawingml/2006/main">
            <a:lvl1pPr marL="457200" indent="-228600" algn="l">
              <a:lnSpc>
                <a:spcPct val="115789"/>
              </a:lnSpc>
              <a:spcBef>
                <a:spcPts val="0"/>
              </a:spcBef>
              <a:spcAft>
                <a:spcPts val="0"/>
              </a:spcAft>
              <a:buNone/>
              <a:defRPr sz="1900" b="1" i="0" u="none" cap="none">
                <a:solidFill>
                  <a:schemeClr val="accen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05" name="Google Shape;105;p22">
            <a:extLst xmlns:a="http://schemas.openxmlformats.org/drawingml/2006/main">
              <a:ext uri="{FF2B5EF4-FFF2-40B4-BE49-F238E27FC236}">
                <a16:creationId xmlns:a16="http://schemas.microsoft.com/office/drawing/2014/main" id="{66D43A7C-7CB9-4BBF-9E85-26D7D39E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0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showMasterSp="0" matchingName="TOC Slide 4">
  <p:cSld name="TOC Slide 4">
    <p:bg>
      <p:bgPr>
        <a:solidFill xmlns:a="http://schemas.openxmlformats.org/drawingml/2006/main">
          <a:schemeClr val="accent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7" name="Google Shape;107;p23">
            <a:extLst xmlns:a="http://schemas.openxmlformats.org/drawingml/2006/main">
              <a:ext uri="{FF2B5EF4-FFF2-40B4-BE49-F238E27FC236}">
                <a16:creationId xmlns:a16="http://schemas.microsoft.com/office/drawing/2014/main" id="{8CFA855C-0EE0-4374-9E0F-CD63A50F58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08" name="Google Shape;108;p23">
            <a:extLst xmlns:a="http://schemas.openxmlformats.org/drawingml/2006/main">
              <a:ext uri="{FF2B5EF4-FFF2-40B4-BE49-F238E27FC236}">
                <a16:creationId xmlns:a16="http://schemas.microsoft.com/office/drawing/2014/main" id="{FE58B6E0-B45F-4807-87B3-777A82BBBDF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09" name="Google Shape;109;p23">
            <a:extLst xmlns:a="http://schemas.openxmlformats.org/drawingml/2006/main">
              <a:ext uri="{FF2B5EF4-FFF2-40B4-BE49-F238E27FC236}">
                <a16:creationId xmlns:a16="http://schemas.microsoft.com/office/drawing/2014/main" id="{2EB99A61-D91E-455A-B0C6-1B0E591D21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0000" y="3445170"/>
            <a:ext cx="252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10" name="Google Shape;110;p23">
            <a:extLst xmlns:a="http://schemas.openxmlformats.org/drawingml/2006/main">
              <a:ext uri="{FF2B5EF4-FFF2-40B4-BE49-F238E27FC236}">
                <a16:creationId xmlns:a16="http://schemas.microsoft.com/office/drawing/2014/main" id="{9FD0E492-DC81-4D03-A303-46DABF807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1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11" name="Google Shape;111;p23">
            <a:extLst xmlns:a="http://schemas.openxmlformats.org/drawingml/2006/main">
              <a:ext uri="{FF2B5EF4-FFF2-40B4-BE49-F238E27FC236}">
                <a16:creationId xmlns:a16="http://schemas.microsoft.com/office/drawing/2014/main" id="{48528EB2-2212-49D2-9E50-76CFE2DECF9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229990" y="3445170"/>
            <a:ext cx="252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12" name="Google Shape;112;p23">
            <a:extLst xmlns:a="http://schemas.openxmlformats.org/drawingml/2006/main">
              <a:ext uri="{FF2B5EF4-FFF2-40B4-BE49-F238E27FC236}">
                <a16:creationId xmlns:a16="http://schemas.microsoft.com/office/drawing/2014/main" id="{074EE5B2-6637-4B02-9201-63F48FC0087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9980" y="3445170"/>
            <a:ext cx="252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13" name="Google Shape;113;p23">
            <a:extLst xmlns:a="http://schemas.openxmlformats.org/drawingml/2006/main">
              <a:ext uri="{FF2B5EF4-FFF2-40B4-BE49-F238E27FC236}">
                <a16:creationId xmlns:a16="http://schemas.microsoft.com/office/drawing/2014/main" id="{33667916-0DA2-409F-AE44-25B92C28A0D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8969970" y="3445170"/>
            <a:ext cx="252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pic>
        <p:nvPicPr>
          <p:cNvPr id="114" name="Google Shape;114;p2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bdb660a56e24f4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6.xml><?xml version="1.0" encoding="utf-8"?>
<p:sldLayout xmlns:p="http://schemas.openxmlformats.org/presentationml/2006/main" showMasterSp="0" matchingName="TOC Slide 8">
  <p:cSld name="TOC Slide 8">
    <p:bg>
      <p:bgPr>
        <a:solidFill xmlns:a="http://schemas.openxmlformats.org/drawingml/2006/main">
          <a:schemeClr val="accent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6" name="Google Shape;116;p24">
            <a:extLst xmlns:a="http://schemas.openxmlformats.org/drawingml/2006/main">
              <a:ext uri="{FF2B5EF4-FFF2-40B4-BE49-F238E27FC236}">
                <a16:creationId xmlns:a16="http://schemas.microsoft.com/office/drawing/2014/main" id="{F9A43889-5D94-48EB-95E4-51EF528E56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17" name="Google Shape;117;p24">
            <a:extLst xmlns:a="http://schemas.openxmlformats.org/drawingml/2006/main">
              <a:ext uri="{FF2B5EF4-FFF2-40B4-BE49-F238E27FC236}">
                <a16:creationId xmlns:a16="http://schemas.microsoft.com/office/drawing/2014/main" id="{1A6FF06A-66A9-475D-A2A1-35D7374D2D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18" name="Google Shape;118;p24">
            <a:extLst xmlns:a="http://schemas.openxmlformats.org/drawingml/2006/main">
              <a:ext uri="{FF2B5EF4-FFF2-40B4-BE49-F238E27FC236}">
                <a16:creationId xmlns:a16="http://schemas.microsoft.com/office/drawing/2014/main" id="{7D100447-3145-4680-9E86-F1A50B4EE83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0000" y="1565570"/>
            <a:ext cx="252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19" name="Google Shape;119;p24">
            <a:extLst xmlns:a="http://schemas.openxmlformats.org/drawingml/2006/main">
              <a:ext uri="{FF2B5EF4-FFF2-40B4-BE49-F238E27FC236}">
                <a16:creationId xmlns:a16="http://schemas.microsoft.com/office/drawing/2014/main" id="{69324283-89DF-4855-B52C-EE5B64256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1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20" name="Google Shape;120;p24">
            <a:extLst xmlns:a="http://schemas.openxmlformats.org/drawingml/2006/main">
              <a:ext uri="{FF2B5EF4-FFF2-40B4-BE49-F238E27FC236}">
                <a16:creationId xmlns:a16="http://schemas.microsoft.com/office/drawing/2014/main" id="{14EF62CC-60BE-4D1C-A966-4EA76A8709C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229990" y="1565570"/>
            <a:ext cx="252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21" name="Google Shape;121;p24">
            <a:extLst xmlns:a="http://schemas.openxmlformats.org/drawingml/2006/main">
              <a:ext uri="{FF2B5EF4-FFF2-40B4-BE49-F238E27FC236}">
                <a16:creationId xmlns:a16="http://schemas.microsoft.com/office/drawing/2014/main" id="{7A325419-2979-4AF8-A824-F8173F76A8B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9980" y="1565570"/>
            <a:ext cx="252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22" name="Google Shape;122;p24">
            <a:extLst xmlns:a="http://schemas.openxmlformats.org/drawingml/2006/main">
              <a:ext uri="{FF2B5EF4-FFF2-40B4-BE49-F238E27FC236}">
                <a16:creationId xmlns:a16="http://schemas.microsoft.com/office/drawing/2014/main" id="{DF0C9908-CA95-4CC5-B263-51A92E2C478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8969970" y="1565570"/>
            <a:ext cx="252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23" name="Google Shape;123;p24">
            <a:extLst xmlns:a="http://schemas.openxmlformats.org/drawingml/2006/main">
              <a:ext uri="{FF2B5EF4-FFF2-40B4-BE49-F238E27FC236}">
                <a16:creationId xmlns:a16="http://schemas.microsoft.com/office/drawing/2014/main" id="{229286A8-7781-4CB0-A44B-37E849288717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360000" y="4077072"/>
            <a:ext cx="252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24" name="Google Shape;124;p24">
            <a:extLst xmlns:a="http://schemas.openxmlformats.org/drawingml/2006/main">
              <a:ext uri="{FF2B5EF4-FFF2-40B4-BE49-F238E27FC236}">
                <a16:creationId xmlns:a16="http://schemas.microsoft.com/office/drawing/2014/main" id="{B3563878-942A-4F5B-A00B-660530C1A15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229990" y="4077072"/>
            <a:ext cx="252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25" name="Google Shape;125;p24">
            <a:extLst xmlns:a="http://schemas.openxmlformats.org/drawingml/2006/main">
              <a:ext uri="{FF2B5EF4-FFF2-40B4-BE49-F238E27FC236}">
                <a16:creationId xmlns:a16="http://schemas.microsoft.com/office/drawing/2014/main" id="{7C3961C8-1D88-42E8-9D51-3FC6B6CE2750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6099980" y="4077072"/>
            <a:ext cx="252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26" name="Google Shape;126;p24">
            <a:extLst xmlns:a="http://schemas.openxmlformats.org/drawingml/2006/main">
              <a:ext uri="{FF2B5EF4-FFF2-40B4-BE49-F238E27FC236}">
                <a16:creationId xmlns:a16="http://schemas.microsoft.com/office/drawing/2014/main" id="{C05B9BD6-4398-4ECB-AA2A-68FF6939B0B7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8969970" y="4077072"/>
            <a:ext cx="2520000" cy="21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  <a:defRPr sz="18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13716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pic>
        <p:nvPicPr>
          <p:cNvPr id="127" name="Google Shape;127;p2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5124f87f4cd43e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7.xml><?xml version="1.0" encoding="utf-8"?>
<p:sldLayout xmlns:p="http://schemas.openxmlformats.org/presentationml/2006/main" showMasterSp="0" matchingName="Agenda slide Table Dark">
  <p:cSld name="Agenda slide Table Dark">
    <p:bg>
      <p:bgPr>
        <a:solidFill xmlns:a="http://schemas.openxmlformats.org/drawingml/2006/main">
          <a:schemeClr val="accen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9" name="Google Shape;129;p25">
            <a:extLst xmlns:a="http://schemas.openxmlformats.org/drawingml/2006/main">
              <a:ext uri="{FF2B5EF4-FFF2-40B4-BE49-F238E27FC236}">
                <a16:creationId xmlns:a16="http://schemas.microsoft.com/office/drawing/2014/main" id="{3B859486-CCA4-4FDB-8771-00F7CA6EDA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30" name="Google Shape;130;p25">
            <a:extLst xmlns:a="http://schemas.openxmlformats.org/drawingml/2006/main">
              <a:ext uri="{FF2B5EF4-FFF2-40B4-BE49-F238E27FC236}">
                <a16:creationId xmlns:a16="http://schemas.microsoft.com/office/drawing/2014/main" id="{8513670B-27AC-42C4-B607-4F2DE2D07F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31" name="Google Shape;131;p25">
            <a:extLst xmlns:a="http://schemas.openxmlformats.org/drawingml/2006/main">
              <a:ext uri="{FF2B5EF4-FFF2-40B4-BE49-F238E27FC236}">
                <a16:creationId xmlns:a16="http://schemas.microsoft.com/office/drawing/2014/main" id="{5199F204-95EF-46C9-B431-D036F81A1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1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132" name="Google Shape;132;p2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8be08f74475405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8.xml><?xml version="1.0" encoding="utf-8"?>
<p:sldLayout xmlns:p="http://schemas.openxmlformats.org/presentationml/2006/main" showMasterSp="0" matchingName="Agenda slide Table">
  <p:cSld name="Agenda slide Table">
    <p:bg>
      <p:bgPr>
        <a:solidFill xmlns:a="http://schemas.openxmlformats.org/drawingml/2006/main">
          <a:schemeClr val="accent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4" name="Google Shape;134;p26">
            <a:extLst xmlns:a="http://schemas.openxmlformats.org/drawingml/2006/main">
              <a:ext uri="{FF2B5EF4-FFF2-40B4-BE49-F238E27FC236}">
                <a16:creationId xmlns:a16="http://schemas.microsoft.com/office/drawing/2014/main" id="{69029ABF-4D6E-4A04-A302-53C5613700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54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FFFFFF"/>
                </a:solidFill>
              </a:defRPr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35" name="Google Shape;135;p26">
            <a:extLst xmlns:a="http://schemas.openxmlformats.org/drawingml/2006/main">
              <a:ext uri="{FF2B5EF4-FFF2-40B4-BE49-F238E27FC236}">
                <a16:creationId xmlns:a16="http://schemas.microsoft.com/office/drawing/2014/main" id="{91A9492E-39E3-4E0D-AE50-60B9F7C4FA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36" name="Google Shape;136;p26">
            <a:extLst xmlns:a="http://schemas.openxmlformats.org/drawingml/2006/main">
              <a:ext uri="{FF2B5EF4-FFF2-40B4-BE49-F238E27FC236}">
                <a16:creationId xmlns:a16="http://schemas.microsoft.com/office/drawing/2014/main" id="{81916E06-E573-4807-8450-CC7C013B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1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137" name="Google Shape;137;p2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699300112cc4dd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Statement">
  <p:cSld name="Statem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9" name="Google Shape;139;p27">
            <a:extLst xmlns:a="http://schemas.openxmlformats.org/drawingml/2006/main">
              <a:ext uri="{FF2B5EF4-FFF2-40B4-BE49-F238E27FC236}">
                <a16:creationId xmlns:a16="http://schemas.microsoft.com/office/drawing/2014/main" id="{5797F343-E46F-4672-81A6-1DC57D9A1E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2pPr>
            <a:lvl3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3pPr>
            <a:lvl4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4pPr>
            <a:lvl5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5pPr>
            <a:lvl6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6pPr>
            <a:lvl7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7pPr>
            <a:lvl8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8pPr>
            <a:lvl9pPr algn="l">
              <a:lnSpc>
                <a:spcPct val="122222"/>
              </a:lnSpc>
              <a:spcBef>
                <a:spcPts val="220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140" name="Google Shape;140;p27">
            <a:extLst xmlns:a="http://schemas.openxmlformats.org/drawingml/2006/main">
              <a:ext uri="{FF2B5EF4-FFF2-40B4-BE49-F238E27FC236}">
                <a16:creationId xmlns:a16="http://schemas.microsoft.com/office/drawing/2014/main" id="{63816D40-342F-46D3-A205-2121E35DE0B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41" name="Google Shape;141;p27">
            <a:extLst xmlns:a="http://schemas.openxmlformats.org/drawingml/2006/main">
              <a:ext uri="{FF2B5EF4-FFF2-40B4-BE49-F238E27FC236}">
                <a16:creationId xmlns:a16="http://schemas.microsoft.com/office/drawing/2014/main" id="{B6F8D44A-AFB7-47C5-AB97-81DEB12F7E2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0000" y="2610760"/>
            <a:ext cx="3478685" cy="210820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82875" tIns="182875" rIns="182875" bIns="182875" anchor="ctr">
            <a:normAutofit/>
          </a:bodyPr>
          <a:lstStyle xmlns:a="http://schemas.openxmlformats.org/drawingml/2006/main">
            <a:lvl1pPr marL="4572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defRPr>
            </a:lvl2pPr>
            <a:lvl3pPr marL="13716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defRPr>
            </a:lvl3pPr>
            <a:lvl4pPr marL="18288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defRPr>
            </a:lvl4pPr>
            <a:lvl5pPr marL="22860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42" name="Google Shape;142;p27">
            <a:extLst xmlns:a="http://schemas.openxmlformats.org/drawingml/2006/main">
              <a:ext uri="{FF2B5EF4-FFF2-40B4-BE49-F238E27FC236}">
                <a16:creationId xmlns:a16="http://schemas.microsoft.com/office/drawing/2014/main" id="{2B33C585-3F0E-4AFC-981B-BF3AA305BD5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308328" y="2610760"/>
            <a:ext cx="3478685" cy="210820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82875" tIns="182875" rIns="182875" bIns="182875" anchor="ctr">
            <a:normAutofit/>
          </a:bodyPr>
          <a:lstStyle xmlns:a="http://schemas.openxmlformats.org/drawingml/2006/main">
            <a:lvl1pPr marL="4572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defRPr>
            </a:lvl2pPr>
            <a:lvl3pPr marL="13716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defRPr>
            </a:lvl3pPr>
            <a:lvl4pPr marL="18288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defRPr>
            </a:lvl4pPr>
            <a:lvl5pPr marL="22860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43" name="Google Shape;143;p27">
            <a:extLst xmlns:a="http://schemas.openxmlformats.org/drawingml/2006/main">
              <a:ext uri="{FF2B5EF4-FFF2-40B4-BE49-F238E27FC236}">
                <a16:creationId xmlns:a16="http://schemas.microsoft.com/office/drawing/2014/main" id="{0398EEF7-BDCF-4400-98E1-770B2EF4890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256655" y="2610760"/>
            <a:ext cx="3478685" cy="210820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82875" tIns="182875" rIns="182875" bIns="182875" anchor="ctr">
            <a:normAutofit/>
          </a:bodyPr>
          <a:lstStyle xmlns:a="http://schemas.openxmlformats.org/drawingml/2006/main">
            <a:lvl1pPr marL="4572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9144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defRPr>
            </a:lvl2pPr>
            <a:lvl3pPr marL="13716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defRPr>
            </a:lvl3pPr>
            <a:lvl4pPr marL="18288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defRPr>
            </a:lvl4pPr>
            <a:lvl5pPr marL="228600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u="none" cap="none">
                <a:solidFill>
                  <a:srgbClr val="B40000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0.xml><?xml version="1.0" encoding="utf-8"?>
<p:sldLayout xmlns:p="http://schemas.openxmlformats.org/presentationml/2006/main" showMasterSp="0" matchingName="Slide with logo Dark">
  <p:cSld name="Slide with logo Dark">
    <p:bg>
      <p:bgPr>
        <a:solidFill xmlns:a="http://schemas.openxmlformats.org/drawingml/2006/main">
          <a:schemeClr val="accen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28">
            <a:extLst xmlns:a="http://schemas.openxmlformats.org/drawingml/2006/main">
              <a:ext uri="{FF2B5EF4-FFF2-40B4-BE49-F238E27FC236}">
                <a16:creationId xmlns:a16="http://schemas.microsoft.com/office/drawing/2014/main" id="{FBD54997-8559-4CC9-A0A4-2956FB5E66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46" name="Google Shape;146;p28">
            <a:extLst xmlns:a="http://schemas.openxmlformats.org/drawingml/2006/main">
              <a:ext uri="{FF2B5EF4-FFF2-40B4-BE49-F238E27FC236}">
                <a16:creationId xmlns:a16="http://schemas.microsoft.com/office/drawing/2014/main" id="{C3E9D184-70CA-422F-AF7E-B649A0DF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1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147" name="Google Shape;147;p2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716a39863104cc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1.xml><?xml version="1.0" encoding="utf-8"?>
<p:sldLayout xmlns:p="http://schemas.openxmlformats.org/presentationml/2006/main" showMasterSp="0" matchingName="1_Slide with logo Teal">
  <p:cSld name="1_Slide with logo Teal">
    <p:bg>
      <p:bgPr>
        <a:solidFill xmlns:a="http://schemas.openxmlformats.org/drawingml/2006/main">
          <a:schemeClr val="accent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29">
            <a:extLst xmlns:a="http://schemas.openxmlformats.org/drawingml/2006/main">
              <a:ext uri="{FF2B5EF4-FFF2-40B4-BE49-F238E27FC236}">
                <a16:creationId xmlns:a16="http://schemas.microsoft.com/office/drawing/2014/main" id="{A4215C53-A182-494A-930A-612CCF88F9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lt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50" name="Google Shape;150;p29">
            <a:extLst xmlns:a="http://schemas.openxmlformats.org/drawingml/2006/main">
              <a:ext uri="{FF2B5EF4-FFF2-40B4-BE49-F238E27FC236}">
                <a16:creationId xmlns:a16="http://schemas.microsoft.com/office/drawing/2014/main" id="{3398A928-B1F8-4600-B1C5-7CA66A820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1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151" name="Google Shape;151;p2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061dc79d2ff417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2.xml><?xml version="1.0" encoding="utf-8"?>
<p:sldLayout xmlns:p="http://schemas.openxmlformats.org/presentationml/2006/main" showMasterSp="0" matchingName="Thank You Slide">
  <p:cSld name="Thank You Slide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3" name="Google Shape;153;p30">
            <a:extLst xmlns:a="http://schemas.openxmlformats.org/drawingml/2006/main">
              <a:ext uri="{FF2B5EF4-FFF2-40B4-BE49-F238E27FC236}">
                <a16:creationId xmlns:a16="http://schemas.microsoft.com/office/drawing/2014/main" id="{1049A169-8A5C-4067-8C4D-73E20A169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29" y="190499"/>
            <a:ext cx="11848241" cy="6477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 cmpd="sng">
            <a:solidFill>
              <a:schemeClr val="lt1"/>
            </a:solidFill>
            <a:prstDash val="solid"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pic>
        <p:nvPicPr>
          <p:cNvPr id="154" name="Google Shape;154;p3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ec6c0a8d366441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0348" y="393566"/>
            <a:ext cx="6557644" cy="35560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55" name="Google Shape;155;p30">
            <a:extLst xmlns:a="http://schemas.openxmlformats.org/drawingml/2006/main">
              <a:ext uri="{FF2B5EF4-FFF2-40B4-BE49-F238E27FC236}">
                <a16:creationId xmlns:a16="http://schemas.microsoft.com/office/drawing/2014/main" id="{D23C4FA8-0532-4308-BDB8-C88586BF0C1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7538" y="4291334"/>
            <a:ext cx="234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1371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56" name="Google Shape;156;p30">
            <a:extLst xmlns:a="http://schemas.openxmlformats.org/drawingml/2006/main">
              <a:ext uri="{FF2B5EF4-FFF2-40B4-BE49-F238E27FC236}">
                <a16:creationId xmlns:a16="http://schemas.microsoft.com/office/drawing/2014/main" id="{2789A1B3-A887-4D13-860C-AA7C3E5122A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473690" y="4291334"/>
            <a:ext cx="234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1371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57" name="Google Shape;157;p30">
            <a:extLst xmlns:a="http://schemas.openxmlformats.org/drawingml/2006/main">
              <a:ext uri="{FF2B5EF4-FFF2-40B4-BE49-F238E27FC236}">
                <a16:creationId xmlns:a16="http://schemas.microsoft.com/office/drawing/2014/main" id="{6CB225EF-DE4C-4EE2-9EFE-54066CBE10A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329842" y="4291334"/>
            <a:ext cx="234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1371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58" name="Google Shape;158;p30">
            <a:extLst xmlns:a="http://schemas.openxmlformats.org/drawingml/2006/main">
              <a:ext uri="{FF2B5EF4-FFF2-40B4-BE49-F238E27FC236}">
                <a16:creationId xmlns:a16="http://schemas.microsoft.com/office/drawing/2014/main" id="{C2AC4274-07BC-478C-8C2A-AEF3228C667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9185994" y="4291334"/>
            <a:ext cx="234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="1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1371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59" name="Google Shape;159;p30">
            <a:extLst xmlns:a="http://schemas.openxmlformats.org/drawingml/2006/main">
              <a:ext uri="{FF2B5EF4-FFF2-40B4-BE49-F238E27FC236}">
                <a16:creationId xmlns:a16="http://schemas.microsoft.com/office/drawing/2014/main" id="{6DA62549-7F8D-489D-A882-04293741EE8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617538" y="4725144"/>
            <a:ext cx="234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1371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60" name="Google Shape;160;p30">
            <a:extLst xmlns:a="http://schemas.openxmlformats.org/drawingml/2006/main">
              <a:ext uri="{FF2B5EF4-FFF2-40B4-BE49-F238E27FC236}">
                <a16:creationId xmlns:a16="http://schemas.microsoft.com/office/drawing/2014/main" id="{10644B8E-3339-4B83-9F86-A5AA41829C15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473690" y="4725144"/>
            <a:ext cx="234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1371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61" name="Google Shape;161;p30">
            <a:extLst xmlns:a="http://schemas.openxmlformats.org/drawingml/2006/main">
              <a:ext uri="{FF2B5EF4-FFF2-40B4-BE49-F238E27FC236}">
                <a16:creationId xmlns:a16="http://schemas.microsoft.com/office/drawing/2014/main" id="{ABBBB78A-1398-4F7D-A08A-4AC1AB7BE3CF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6329842" y="4725144"/>
            <a:ext cx="234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1371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62" name="Google Shape;162;p30">
            <a:extLst xmlns:a="http://schemas.openxmlformats.org/drawingml/2006/main">
              <a:ext uri="{FF2B5EF4-FFF2-40B4-BE49-F238E27FC236}">
                <a16:creationId xmlns:a16="http://schemas.microsoft.com/office/drawing/2014/main" id="{ADB3DAF2-B226-49F9-AC88-CA85B841B86B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9185994" y="4725144"/>
            <a:ext cx="2340000" cy="36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9144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1200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1371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•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4pPr>
            <a:lvl5pPr marL="2286000" indent="-3175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har char="-"/>
              <a:defRPr sz="14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5pPr>
            <a:lvl6pPr marL="27432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6pPr>
            <a:lvl7pPr marL="32004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7pPr>
            <a:lvl8pPr marL="36576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8pPr>
            <a:lvl9pPr marL="4114800" indent="-304800" algn="l">
              <a:lnSpc>
                <a:spcPct val="133333"/>
              </a:lnSpc>
              <a:spcBef>
                <a:spcPts val="1000"/>
              </a:spcBef>
              <a:spcAft>
                <a:spcPts val="0"/>
              </a:spcAft>
              <a:buChar char="•"/>
              <a:defRPr sz="1200" b="0" i="0" u="none" cap="none">
                <a:solidFill>
                  <a:srgbClr val="00756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pic>
        <p:nvPicPr>
          <p:cNvPr id="163" name="Google Shape;163;p3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a8c2b900a9a486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5"/>
            <a:ext cx="835200" cy="41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5c0568be64ef4ba9" /><Relationship Type="http://schemas.openxmlformats.org/officeDocument/2006/relationships/theme" Target="/ppt/slideMasters/theme/theme2.xml" Id="R74c30814c6eb4d55" /><Relationship Type="http://schemas.openxmlformats.org/officeDocument/2006/relationships/slideLayout" Target="/ppt/slideLayouts/slideLayout1.xml" Id="R7da027bd1f8b406d" /><Relationship Type="http://schemas.openxmlformats.org/officeDocument/2006/relationships/slideLayout" Target="/ppt/slideLayouts/slideLayout2.xml" Id="Rd997d324fe2b46c7" /><Relationship Type="http://schemas.openxmlformats.org/officeDocument/2006/relationships/slideLayout" Target="/ppt/slideLayouts/slideLayout3.xml" Id="Ra9cbf199b51843bd" /><Relationship Type="http://schemas.openxmlformats.org/officeDocument/2006/relationships/slideLayout" Target="/ppt/slideLayouts/slideLayout4.xml" Id="R441a71c0e1884092" /><Relationship Type="http://schemas.openxmlformats.org/officeDocument/2006/relationships/slideLayout" Target="/ppt/slideLayouts/slideLayout5.xml" Id="R884c12a18e1249cd" /><Relationship Type="http://schemas.openxmlformats.org/officeDocument/2006/relationships/slideLayout" Target="/ppt/slideLayouts/slideLayout6.xml" Id="R18793e220b6846dc" /><Relationship Type="http://schemas.openxmlformats.org/officeDocument/2006/relationships/slideLayout" Target="/ppt/slideLayouts/slideLayout7.xml" Id="R6a655d78c6b4473d" /><Relationship Type="http://schemas.openxmlformats.org/officeDocument/2006/relationships/slideLayout" Target="/ppt/slideLayouts/slideLayout8.xml" Id="R082ac8aef9334be1" /><Relationship Type="http://schemas.openxmlformats.org/officeDocument/2006/relationships/slideLayout" Target="/ppt/slideLayouts/slideLayout9.xml" Id="Rc6a12ad3adcd4115" /><Relationship Type="http://schemas.openxmlformats.org/officeDocument/2006/relationships/slideLayout" Target="/ppt/slideLayouts/slideLayout10.xml" Id="R1cc37ff1e4804834" /><Relationship Type="http://schemas.openxmlformats.org/officeDocument/2006/relationships/slideLayout" Target="/ppt/slideLayouts/slideLayout11.xml" Id="Rbc66ced73e1d4d18" /><Relationship Type="http://schemas.openxmlformats.org/officeDocument/2006/relationships/slideLayout" Target="/ppt/slideLayouts/slideLayout12.xml" Id="Re2434ccfad1f4337" /><Relationship Type="http://schemas.openxmlformats.org/officeDocument/2006/relationships/slideLayout" Target="/ppt/slideLayouts/slideLayout13.xml" Id="R7c68a751a96d4fc4" /><Relationship Type="http://schemas.openxmlformats.org/officeDocument/2006/relationships/slideLayout" Target="/ppt/slideLayouts/slideLayout14.xml" Id="R8bbbff316f564371" /><Relationship Type="http://schemas.openxmlformats.org/officeDocument/2006/relationships/slideLayout" Target="/ppt/slideLayouts/slideLayout15.xml" Id="Rd52f6596f47b4262" /><Relationship Type="http://schemas.openxmlformats.org/officeDocument/2006/relationships/slideLayout" Target="/ppt/slideLayouts/slideLayout16.xml" Id="R80a97aa161354ba8" /><Relationship Type="http://schemas.openxmlformats.org/officeDocument/2006/relationships/slideLayout" Target="/ppt/slideLayouts/slideLayout17.xml" Id="Rf260568b8e9649f3" /><Relationship Type="http://schemas.openxmlformats.org/officeDocument/2006/relationships/slideLayout" Target="/ppt/slideLayouts/slideLayout18.xml" Id="Rf20708f1400d4279" /><Relationship Type="http://schemas.openxmlformats.org/officeDocument/2006/relationships/slideLayout" Target="/ppt/slideLayouts/slideLayout19.xml" Id="R61e9a45bf74f4854" /><Relationship Type="http://schemas.openxmlformats.org/officeDocument/2006/relationships/slideLayout" Target="/ppt/slideLayouts/slideLayout20.xml" Id="Ra284b89acd7b4a84" /><Relationship Type="http://schemas.openxmlformats.org/officeDocument/2006/relationships/slideLayout" Target="/ppt/slideLayouts/slideLayout21.xml" Id="Rd1826b7dca2a4593" /><Relationship Type="http://schemas.openxmlformats.org/officeDocument/2006/relationships/slideLayout" Target="/ppt/slideLayouts/slideLayout22.xml" Id="R48ca543717424cb5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8">
            <a:extLst xmlns:a="http://schemas.openxmlformats.org/drawingml/2006/main">
              <a:ext uri="{FF2B5EF4-FFF2-40B4-BE49-F238E27FC236}">
                <a16:creationId xmlns:a16="http://schemas.microsoft.com/office/drawing/2014/main" id="{85D30A25-CC67-4317-ABAD-280DE1651B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7" name="Google Shape;7;p8">
            <a:extLst xmlns:a="http://schemas.openxmlformats.org/drawingml/2006/main">
              <a:ext uri="{FF2B5EF4-FFF2-40B4-BE49-F238E27FC236}">
                <a16:creationId xmlns:a16="http://schemas.microsoft.com/office/drawing/2014/main" id="{6AFA95CB-38EA-4ACC-9EAE-BFF660F96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" y="6761480"/>
            <a:ext cx="12178800" cy="9652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8" name="Google Shape;8;p8">
            <a:extLst xmlns:a="http://schemas.openxmlformats.org/drawingml/2006/main">
              <a:ext uri="{FF2B5EF4-FFF2-40B4-BE49-F238E27FC236}">
                <a16:creationId xmlns:a16="http://schemas.microsoft.com/office/drawing/2014/main" id="{1C4378C7-DC23-49C5-AD3F-C0733AC2F0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 b="1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None/>
              <a:defRPr sz="190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None/>
              <a:defRPr sz="190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None/>
              <a:defRPr sz="190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None/>
              <a:defRPr sz="190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None/>
              <a:defRPr sz="190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None/>
              <a:defRPr sz="190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None/>
              <a:defRPr sz="190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algn="l">
              <a:lnSpc>
                <a:spcPct val="115789"/>
              </a:lnSpc>
              <a:spcBef>
                <a:spcPts val="2200"/>
              </a:spcBef>
              <a:spcAft>
                <a:spcPts val="0"/>
              </a:spcAft>
              <a:buNone/>
              <a:defRPr sz="1900" b="1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pic>
        <p:nvPicPr>
          <p:cNvPr id="9" name="Google Shape;9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c0568be64ef4ba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897966" y="362286"/>
            <a:ext cx="833598" cy="4167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da027bd1f8b406d"/>
    <p:sldLayoutId xmlns:r="http://schemas.openxmlformats.org/officeDocument/2006/relationships" id="2147483650" r:id="Rd997d324fe2b46c7"/>
    <p:sldLayoutId xmlns:r="http://schemas.openxmlformats.org/officeDocument/2006/relationships" id="2147483651" r:id="Ra9cbf199b51843bd"/>
    <p:sldLayoutId xmlns:r="http://schemas.openxmlformats.org/officeDocument/2006/relationships" id="2147483652" r:id="R441a71c0e1884092"/>
    <p:sldLayoutId xmlns:r="http://schemas.openxmlformats.org/officeDocument/2006/relationships" id="2147483653" r:id="R884c12a18e1249cd"/>
    <p:sldLayoutId xmlns:r="http://schemas.openxmlformats.org/officeDocument/2006/relationships" id="2147483654" r:id="R18793e220b6846dc"/>
    <p:sldLayoutId xmlns:r="http://schemas.openxmlformats.org/officeDocument/2006/relationships" id="2147483655" r:id="R6a655d78c6b4473d"/>
    <p:sldLayoutId xmlns:r="http://schemas.openxmlformats.org/officeDocument/2006/relationships" id="2147483656" r:id="R082ac8aef9334be1"/>
    <p:sldLayoutId xmlns:r="http://schemas.openxmlformats.org/officeDocument/2006/relationships" id="2147483657" r:id="Rc6a12ad3adcd4115"/>
    <p:sldLayoutId xmlns:r="http://schemas.openxmlformats.org/officeDocument/2006/relationships" id="2147483658" r:id="R1cc37ff1e4804834"/>
    <p:sldLayoutId xmlns:r="http://schemas.openxmlformats.org/officeDocument/2006/relationships" id="2147483659" r:id="Rbc66ced73e1d4d18"/>
    <p:sldLayoutId xmlns:r="http://schemas.openxmlformats.org/officeDocument/2006/relationships" id="2147483660" r:id="Re2434ccfad1f4337"/>
    <p:sldLayoutId xmlns:r="http://schemas.openxmlformats.org/officeDocument/2006/relationships" id="2147483661" r:id="R7c68a751a96d4fc4"/>
    <p:sldLayoutId xmlns:r="http://schemas.openxmlformats.org/officeDocument/2006/relationships" id="2147483662" r:id="R8bbbff316f564371"/>
    <p:sldLayoutId xmlns:r="http://schemas.openxmlformats.org/officeDocument/2006/relationships" id="2147483663" r:id="Rd52f6596f47b4262"/>
    <p:sldLayoutId xmlns:r="http://schemas.openxmlformats.org/officeDocument/2006/relationships" id="2147483664" r:id="R80a97aa161354ba8"/>
    <p:sldLayoutId xmlns:r="http://schemas.openxmlformats.org/officeDocument/2006/relationships" id="2147483665" r:id="Rf260568b8e9649f3"/>
    <p:sldLayoutId xmlns:r="http://schemas.openxmlformats.org/officeDocument/2006/relationships" id="2147483666" r:id="Rf20708f1400d4279"/>
    <p:sldLayoutId xmlns:r="http://schemas.openxmlformats.org/officeDocument/2006/relationships" id="2147483667" r:id="R61e9a45bf74f4854"/>
    <p:sldLayoutId xmlns:r="http://schemas.openxmlformats.org/officeDocument/2006/relationships" id="2147483668" r:id="Ra284b89acd7b4a84"/>
    <p:sldLayoutId xmlns:r="http://schemas.openxmlformats.org/officeDocument/2006/relationships" id="2147483669" r:id="Rd1826b7dca2a4593"/>
    <p:sldLayoutId xmlns:r="http://schemas.openxmlformats.org/officeDocument/2006/relationships" id="2147483670" r:id="R48ca543717424cb5"/>
  </p:sldLayoutIdLst>
  <p:hf hdr="0" ftr="0" dt="0"/>
  <p:txStyles>
    <p:title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Primary Presentation Layouts">
  <a:themeElements>
    <a:clrScheme name="UiPath colors">
      <a:dk1>
        <a:srgbClr val="172024"/>
      </a:dk1>
      <a:lt1>
        <a:srgbClr val="FFFFFF"/>
      </a:lt1>
      <a:dk2>
        <a:srgbClr val="9D9D9D"/>
      </a:dk2>
      <a:lt2>
        <a:srgbClr val="F6F6F6"/>
      </a:lt2>
      <a:accent1>
        <a:srgbClr val="FA4616"/>
      </a:accent1>
      <a:accent2>
        <a:srgbClr val="1E6482"/>
      </a:accent2>
      <a:accent3>
        <a:srgbClr val="A32200"/>
      </a:accent3>
      <a:accent4>
        <a:srgbClr val="0BA2B3"/>
      </a:accent4>
      <a:accent5>
        <a:srgbClr val="8B288A"/>
      </a:accent5>
      <a:accent6>
        <a:srgbClr val="FA7678"/>
      </a:accent6>
      <a:hlink>
        <a:srgbClr val="5BCBDE"/>
      </a:hlink>
      <a:folHlink>
        <a:srgbClr val="5BCBD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iPath color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3abb6d8c9643a9" /><Relationship Type="http://schemas.openxmlformats.org/officeDocument/2006/relationships/image" Target="/ppt/media/image16.png" Id="R10eb87ca73974e60" /><Relationship Type="http://schemas.openxmlformats.org/officeDocument/2006/relationships/notesSlide" Target="/ppt/notesSlides/notesSlide1.xml" Id="R978fa9de3c9b4ed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24e5969f6d1434c" /><Relationship Type="http://schemas.openxmlformats.org/officeDocument/2006/relationships/notesSlide" Target="/ppt/notesSlides/notesSlide2.xml" Id="R9d4bf202edb246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cf45fbb57b479b" /><Relationship Type="http://schemas.openxmlformats.org/officeDocument/2006/relationships/notesSlide" Target="/ppt/notesSlides/notesSlide3.xml" Id="R059835848a944b4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584b53f11240c4" /><Relationship Type="http://schemas.openxmlformats.org/officeDocument/2006/relationships/notesSlide" Target="/ppt/notesSlides/notesSlide4.xml" Id="Rd6ad87fb5b064f9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2928050eb38f455f" /><Relationship Type="http://schemas.openxmlformats.org/officeDocument/2006/relationships/notesSlide" Target="/ppt/notesSlides/notesSlide5.xml" Id="Rc909969a7b314c2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8" name="Google Shape;168;p1">
            <a:extLst xmlns:a="http://schemas.openxmlformats.org/drawingml/2006/main">
              <a:ext uri="{FF2B5EF4-FFF2-40B4-BE49-F238E27FC236}">
                <a16:creationId xmlns:a16="http://schemas.microsoft.com/office/drawing/2014/main" id="{A285F88A-7B50-46EC-9793-CE559E3091C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40800" y="3608250"/>
            <a:ext cx="9246600" cy="112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sz="1800">
                <a:solidFill>
                  <a:srgbClr val="0D1117"/>
                </a:solidFill>
                <a:highlight>
                  <a:srgbClr val="F0F6FC"/>
                </a:highlight>
              </a:rPr>
              <a:t>A multimodal AI accessibility platform that combines computer vision, conversational AI, document intelligence, and intelligent automation to simplify everyday life for people with disabilities.</a:t>
            </a:r>
          </a:p>
          <a:p xmlns:a="http://schemas.openxmlformats.org/drawingml/2006/main">
            <a:pPr mar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69" name="Google Shape;169;p1">
            <a:extLst xmlns:a="http://schemas.openxmlformats.org/drawingml/2006/main">
              <a:ext uri="{FF2B5EF4-FFF2-40B4-BE49-F238E27FC236}">
                <a16:creationId xmlns:a16="http://schemas.microsoft.com/office/drawing/2014/main" id="{BCEFD977-CF5D-43E9-A607-1A983B9267E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64800" y="1492775"/>
            <a:ext cx="8568000" cy="171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300" u="sng"/>
              <a:t>AURA- Adaptive Universal</a:t>
            </a:r>
          </a:p>
          <a:p xmlns:a="http://schemas.openxmlformats.org/drawingml/2006/main"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300" u="sng"/>
              <a:t>Reality ASSISTANT</a:t>
            </a:r>
          </a:p>
        </p:txBody>
      </p:sp>
      <p:pic>
        <p:nvPicPr>
          <p:cNvPr id="185" name="Google Shape;170;p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eb87ca73974e60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06775" y="778600"/>
            <a:ext cx="3861067" cy="21718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71" name="clean-title-background">
            <a:extLst xmlns:a="http://schemas.openxmlformats.org/drawingml/2006/main">
              <a:ext uri="{FF2B5EF4-FFF2-40B4-BE49-F238E27FC236}">
                <a16:creationId xmlns:a16="http://schemas.microsoft.com/office/drawing/2014/main" id="{CDAAFDE4-0E0C-424F-AD88-B6B01ABF2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A2B3"/>
          </a:solidFill>
          <a:ln xmlns:a="http://schemas.openxmlformats.org/drawingml/2006/main" w="0">
            <a:solidFill>
              <a:srgbClr val="0BA2B3"/>
            </a:solidFill>
            <a:prstDash val="solid"/>
          </a:ln>
        </p:spPr>
      </p:sp>
      <p:sp>
        <p:nvSpPr>
          <p:cNvPr id="172" name="title-frame-top">
            <a:extLst xmlns:a="http://schemas.openxmlformats.org/drawingml/2006/main">
              <a:ext uri="{FF2B5EF4-FFF2-40B4-BE49-F238E27FC236}">
                <a16:creationId xmlns:a16="http://schemas.microsoft.com/office/drawing/2014/main" id="{CA41AA9B-289E-447A-BFDE-94D1427D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209550"/>
            <a:ext cx="1165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3" name="title-frame-left">
            <a:extLst xmlns:a="http://schemas.openxmlformats.org/drawingml/2006/main">
              <a:ext uri="{FF2B5EF4-FFF2-40B4-BE49-F238E27FC236}">
                <a16:creationId xmlns:a16="http://schemas.microsoft.com/office/drawing/2014/main" id="{2400B869-1140-4450-93FE-2FE852114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209550"/>
            <a:ext cx="19050" cy="6438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4" name="title-frame-right">
            <a:extLst xmlns:a="http://schemas.openxmlformats.org/drawingml/2006/main">
              <a:ext uri="{FF2B5EF4-FFF2-40B4-BE49-F238E27FC236}">
                <a16:creationId xmlns:a16="http://schemas.microsoft.com/office/drawing/2014/main" id="{D252FE25-D5C5-49BD-BFEE-60EE9900E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0" y="209550"/>
            <a:ext cx="19050" cy="6438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5" name="title-frame-bottom">
            <a:extLst xmlns:a="http://schemas.openxmlformats.org/drawingml/2006/main">
              <a:ext uri="{FF2B5EF4-FFF2-40B4-BE49-F238E27FC236}">
                <a16:creationId xmlns:a16="http://schemas.microsoft.com/office/drawing/2014/main" id="{76D81F2B-2320-43F6-AEE9-6F510DAF5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29400"/>
            <a:ext cx="1165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76" name="wordmark">
            <a:extLst xmlns:a="http://schemas.openxmlformats.org/drawingml/2006/main">
              <a:ext uri="{FF2B5EF4-FFF2-40B4-BE49-F238E27FC236}">
                <a16:creationId xmlns:a16="http://schemas.microsoft.com/office/drawing/2014/main" id="{D9F95B75-026F-45DF-BE49-2FF6BFAA0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514350"/>
            <a:ext cx="128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UiPath</a:t>
            </a:r>
          </a:p>
        </p:txBody>
      </p:sp>
      <p:sp>
        <p:nvSpPr>
          <p:cNvPr id="177" name="main-title">
            <a:extLst xmlns:a="http://schemas.openxmlformats.org/drawingml/2006/main">
              <a:ext uri="{FF2B5EF4-FFF2-40B4-BE49-F238E27FC236}">
                <a16:creationId xmlns:a16="http://schemas.microsoft.com/office/drawing/2014/main" id="{6752F4B6-B8FD-4050-8CCE-35AC712A3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7810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050" b="1" u="sng">
                <a:solidFill>
                  <a:srgbClr val="FFFFFF"/>
                </a:solidFill>
              </a:defRPr>
            </a:pPr>
            <a:r>
              <a:rPr sz="4050" b="1" u="sng">
                <a:solidFill>
                  <a:srgbClr val="FFFFFF"/>
                </a:solidFill>
              </a:rPr>
              <a:t>CaseProof AI</a:t>
            </a:r>
          </a:p>
        </p:txBody>
      </p:sp>
      <p:sp>
        <p:nvSpPr>
          <p:cNvPr id="178" name="main-subtitle">
            <a:extLst xmlns:a="http://schemas.openxmlformats.org/drawingml/2006/main">
              <a:ext uri="{FF2B5EF4-FFF2-40B4-BE49-F238E27FC236}">
                <a16:creationId xmlns:a16="http://schemas.microsoft.com/office/drawing/2014/main" id="{711768A6-7030-400C-B0D4-53428CCB9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81400"/>
            <a:ext cx="8858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FFFFFF"/>
                </a:solidFill>
              </a:defRPr>
            </a:pPr>
            <a:r>
              <a:rPr sz="1875">
                <a:solidFill>
                  <a:srgbClr val="FFFFFF"/>
                </a:solidFill>
              </a:rPr>
              <a:t>A UiPath Maestro case gate for high-value refund exceptions. It checks evidence, milestones, policy, and action safety before human review.</a:t>
            </a:r>
          </a:p>
        </p:txBody>
      </p:sp>
      <p:sp>
        <p:nvSpPr>
          <p:cNvPr id="179" name="accent-pixel-a">
            <a:extLst xmlns:a="http://schemas.openxmlformats.org/drawingml/2006/main">
              <a:ext uri="{FF2B5EF4-FFF2-40B4-BE49-F238E27FC236}">
                <a16:creationId xmlns:a16="http://schemas.microsoft.com/office/drawing/2014/main" id="{5D56E077-9866-4DAB-8EC9-612007C7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52959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4957"/>
          </a:solidFill>
          <a:ln xmlns:a="http://schemas.openxmlformats.org/drawingml/2006/main" w="0">
            <a:solidFill>
              <a:srgbClr val="064957"/>
            </a:solidFill>
            <a:prstDash val="solid"/>
          </a:ln>
        </p:spPr>
      </p:sp>
      <p:sp>
        <p:nvSpPr>
          <p:cNvPr id="180" name="accent-pixel-b">
            <a:extLst xmlns:a="http://schemas.openxmlformats.org/drawingml/2006/main">
              <a:ext uri="{FF2B5EF4-FFF2-40B4-BE49-F238E27FC236}">
                <a16:creationId xmlns:a16="http://schemas.microsoft.com/office/drawing/2014/main" id="{DF833025-6AFC-4ECB-81CF-195B6B3B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6197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F"/>
          </a:solidFill>
          <a:ln xmlns:a="http://schemas.openxmlformats.org/drawingml/2006/main" w="0">
            <a:solidFill>
              <a:srgbClr val="087F8F"/>
            </a:solidFill>
            <a:prstDash val="solid"/>
          </a:ln>
        </p:spPr>
      </p:sp>
      <p:sp>
        <p:nvSpPr>
          <p:cNvPr id="181" name="accent-pixel-c">
            <a:extLst xmlns:a="http://schemas.openxmlformats.org/drawingml/2006/main">
              <a:ext uri="{FF2B5EF4-FFF2-40B4-BE49-F238E27FC236}">
                <a16:creationId xmlns:a16="http://schemas.microsoft.com/office/drawing/2014/main" id="{AE5592A6-F9B0-4481-B54A-38A75969C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59436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4957"/>
          </a:solidFill>
          <a:ln xmlns:a="http://schemas.openxmlformats.org/drawingml/2006/main" w="0">
            <a:solidFill>
              <a:srgbClr val="064957"/>
            </a:solidFill>
            <a:prstDash val="solid"/>
          </a:ln>
        </p:spPr>
      </p:sp>
      <p:sp>
        <p:nvSpPr>
          <p:cNvPr id="182" name="accent-bar">
            <a:extLst xmlns:a="http://schemas.openxmlformats.org/drawingml/2006/main">
              <a:ext uri="{FF2B5EF4-FFF2-40B4-BE49-F238E27FC236}">
                <a16:creationId xmlns:a16="http://schemas.microsoft.com/office/drawing/2014/main" id="{D5D96C3F-F726-40DD-A9AB-3C83E7F3D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61722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4957"/>
          </a:solidFill>
          <a:ln xmlns:a="http://schemas.openxmlformats.org/drawingml/2006/main" w="0">
            <a:solidFill>
              <a:srgbClr val="06495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7459915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5" name="Google Shape;175;p3">
            <a:extLst xmlns:a="http://schemas.openxmlformats.org/drawingml/2006/main">
              <a:ext uri="{FF2B5EF4-FFF2-40B4-BE49-F238E27FC236}">
                <a16:creationId xmlns:a16="http://schemas.microsoft.com/office/drawing/2014/main" id="{E3CF531B-BDA9-40BB-9167-1BA062CC13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172024"/>
                </a:solidFill>
              </a:rPr>
              <a:t>Problem statement and proposed solution</a:t>
            </a:r>
          </a:p>
        </p:txBody>
      </p:sp>
      <p:sp>
        <p:nvSpPr>
          <p:cNvPr id="176" name="Google Shape;176;p3">
            <a:extLst xmlns:a="http://schemas.openxmlformats.org/drawingml/2006/main">
              <a:ext uri="{FF2B5EF4-FFF2-40B4-BE49-F238E27FC236}">
                <a16:creationId xmlns:a16="http://schemas.microsoft.com/office/drawing/2014/main" id="{CE9F7217-A6BD-4AF1-92FB-8FEF41E05E2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77" name="Google Shape;177;p3">
            <a:extLst xmlns:a="http://schemas.openxmlformats.org/drawingml/2006/main">
              <a:ext uri="{FF2B5EF4-FFF2-40B4-BE49-F238E27FC236}">
                <a16:creationId xmlns:a16="http://schemas.microsoft.com/office/drawing/2014/main" id="{F8124802-0334-467C-91A6-0C49EE99346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60000" y="1440000"/>
            <a:ext cx="504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Problem</a:t>
            </a:r>
          </a:p>
        </p:txBody>
      </p:sp>
      <p:sp>
        <p:nvSpPr>
          <p:cNvPr id="178" name="Google Shape;178;p3">
            <a:extLst xmlns:a="http://schemas.openxmlformats.org/drawingml/2006/main">
              <a:ext uri="{FF2B5EF4-FFF2-40B4-BE49-F238E27FC236}">
                <a16:creationId xmlns:a16="http://schemas.microsoft.com/office/drawing/2014/main" id="{4170F5F0-3E08-4B40-8594-95E7E74AB21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29100" y="1952325"/>
            <a:ext cx="4616700" cy="4527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457200" indent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>
                <a:solidFill>
                  <a:srgbClr val="1D1D1F"/>
                </a:solidFill>
                <a:highlight>
                  <a:srgbClr val="FFFFFF"/>
                </a:highlight>
              </a:rPr>
              <a:t>People with disabilities often deal with unnecessary barriers when they’re using digital services, government portals, and regular everyday places. While a lot of accessibility tools solve one little thing at a time, very few actually give a unified experience, one that can “read” what the person is seeing around them, explain complicated stuff, and also automate tasks in the real world.</a:t>
            </a:r>
          </a:p>
        </p:txBody>
      </p:sp>
      <p:sp>
        <p:nvSpPr>
          <p:cNvPr id="179" name="Google Shape;179;p3">
            <a:extLst xmlns:a="http://schemas.openxmlformats.org/drawingml/2006/main">
              <a:ext uri="{FF2B5EF4-FFF2-40B4-BE49-F238E27FC236}">
                <a16:creationId xmlns:a16="http://schemas.microsoft.com/office/drawing/2014/main" id="{4495010B-08DB-487A-94E0-203385F74B0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89650" y="1440000"/>
            <a:ext cx="5040000" cy="25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>Solution</a:t>
            </a:r>
          </a:p>
        </p:txBody>
      </p:sp>
      <p:sp>
        <p:nvSpPr>
          <p:cNvPr id="180" name="Google Shape;180;p3">
            <a:extLst xmlns:a="http://schemas.openxmlformats.org/drawingml/2006/main">
              <a:ext uri="{FF2B5EF4-FFF2-40B4-BE49-F238E27FC236}">
                <a16:creationId xmlns:a16="http://schemas.microsoft.com/office/drawing/2014/main" id="{398C27AB-D330-4110-AB4A-17E192CD1C47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089650" y="1800000"/>
            <a:ext cx="5255700" cy="43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>
                <a:solidFill>
                  <a:srgbClr val="1D1D1F"/>
                </a:solidFill>
                <a:highlight>
                  <a:srgbClr val="FFFFFF"/>
                </a:highlight>
              </a:rPr>
              <a:t> AURA is an AI-powered accessibility companion that combines multimodal AI with UiPath intelligent automation to help people with disabilities navigate, understand, and automate everyday tasks . It is more than a typical AI assistant it’s like an intelligent accessibility companion that helps users move around, make sense of information, and finish daily activities with more confidence. and, honestly, more independence too.</a:t>
            </a:r>
          </a:p>
          <a:p xmlns:a="http://schemas.openxmlformats.org/drawingml/2006/main">
            <a:pPr marL="0" indent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457200" indent="0" algn="l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</a:p>
        </p:txBody>
      </p:sp>
      <p:sp>
        <p:nvSpPr>
          <p:cNvPr id="181" name="Google Shape;181;p3">
            <a:extLst xmlns:a="http://schemas.openxmlformats.org/drawingml/2006/main">
              <a:ext uri="{FF2B5EF4-FFF2-40B4-BE49-F238E27FC236}">
                <a16:creationId xmlns:a16="http://schemas.microsoft.com/office/drawing/2014/main" id="{1FD05A07-C9DA-4541-BB03-D7E029B4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21889"/>
            <a:ext cx="12179400" cy="39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82" name="clean-white-background">
            <a:extLst xmlns:a="http://schemas.openxmlformats.org/drawingml/2006/main">
              <a:ext uri="{FF2B5EF4-FFF2-40B4-BE49-F238E27FC236}">
                <a16:creationId xmlns:a16="http://schemas.microsoft.com/office/drawing/2014/main" id="{F5A54A3A-85FA-4A04-9823-31748B146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8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2CD9AEA-76CB-444F-B45C-57ADD8113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Problem statement and proposed solution</a:t>
            </a:r>
          </a:p>
        </p:txBody>
      </p:sp>
      <p:sp>
        <p:nvSpPr>
          <p:cNvPr id="184" name="wordmark">
            <a:extLst xmlns:a="http://schemas.openxmlformats.org/drawingml/2006/main">
              <a:ext uri="{FF2B5EF4-FFF2-40B4-BE49-F238E27FC236}">
                <a16:creationId xmlns:a16="http://schemas.microsoft.com/office/drawing/2014/main" id="{07901BE7-AB95-4BC4-B1D2-B32FD38C1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514350"/>
            <a:ext cx="128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2250" b="1">
                <a:solidFill>
                  <a:srgbClr val="111827"/>
                </a:solidFill>
              </a:defRPr>
            </a:pPr>
            <a:r>
              <a:rPr sz="2250" b="1">
                <a:solidFill>
                  <a:srgbClr val="111827"/>
                </a:solidFill>
              </a:rPr>
              <a:t>UiPath</a:t>
            </a:r>
          </a:p>
        </p:txBody>
      </p:sp>
      <p:sp>
        <p:nvSpPr>
          <p:cNvPr id="185" name="bottom-rule">
            <a:extLst xmlns:a="http://schemas.openxmlformats.org/drawingml/2006/main">
              <a:ext uri="{FF2B5EF4-FFF2-40B4-BE49-F238E27FC236}">
                <a16:creationId xmlns:a16="http://schemas.microsoft.com/office/drawing/2014/main" id="{32B20C5A-CF5B-40A5-A581-68D0B5D2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4370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4616"/>
          </a:solidFill>
          <a:ln xmlns:a="http://schemas.openxmlformats.org/drawingml/2006/main" w="0">
            <a:solidFill>
              <a:srgbClr val="FA4616"/>
            </a:solidFill>
            <a:prstDash val="solid"/>
          </a:ln>
        </p:spPr>
      </p:sp>
      <p:sp>
        <p:nvSpPr>
          <p:cNvPr id="186" name="problem-label">
            <a:extLst xmlns:a="http://schemas.openxmlformats.org/drawingml/2006/main">
              <a:ext uri="{FF2B5EF4-FFF2-40B4-BE49-F238E27FC236}">
                <a16:creationId xmlns:a16="http://schemas.microsoft.com/office/drawing/2014/main" id="{89EB1F6C-A9F6-42F0-8DAB-0E570EF73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Problem</a:t>
            </a:r>
          </a:p>
        </p:txBody>
      </p:sp>
      <p:sp>
        <p:nvSpPr>
          <p:cNvPr id="187" name="problem-copy">
            <a:extLst xmlns:a="http://schemas.openxmlformats.org/drawingml/2006/main">
              <a:ext uri="{FF2B5EF4-FFF2-40B4-BE49-F238E27FC236}">
                <a16:creationId xmlns:a16="http://schemas.microsoft.com/office/drawing/2014/main" id="{A3467B59-B8EE-41C4-B7FE-4BDD7E37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381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AI can prepare a refund exception case quickly, but a prepared case can still miss evidence, skip a milestone, bypass policy, or route a high-value refund too early.</a:t>
            </a:r>
          </a:p>
        </p:txBody>
      </p:sp>
      <p:sp>
        <p:nvSpPr>
          <p:cNvPr id="188" name="solution-label">
            <a:extLst xmlns:a="http://schemas.openxmlformats.org/drawingml/2006/main">
              <a:ext uri="{FF2B5EF4-FFF2-40B4-BE49-F238E27FC236}">
                <a16:creationId xmlns:a16="http://schemas.microsoft.com/office/drawing/2014/main" id="{D700F751-7417-4C60-937F-C27417758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48590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Solution</a:t>
            </a:r>
          </a:p>
        </p:txBody>
      </p:sp>
      <p:sp>
        <p:nvSpPr>
          <p:cNvPr id="189" name="solution-copy">
            <a:extLst xmlns:a="http://schemas.openxmlformats.org/drawingml/2006/main">
              <a:ext uri="{FF2B5EF4-FFF2-40B4-BE49-F238E27FC236}">
                <a16:creationId xmlns:a16="http://schemas.microsoft.com/office/drawing/2014/main" id="{2B92426F-B2D5-4F11-A8C0-06C90A80B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14550"/>
            <a:ext cx="44767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CaseProof validates a synthetic Maestro case packet and returns HOLD, BLOCK, or ALLOW_HUMAN_REVIEW_ONLY. It never issues refunds or changes customer records.</a:t>
            </a:r>
          </a:p>
        </p:txBody>
      </p:sp>
      <p:sp>
        <p:nvSpPr>
          <p:cNvPr id="190" name="column-divider">
            <a:extLst xmlns:a="http://schemas.openxmlformats.org/drawingml/2006/main">
              <a:ext uri="{FF2B5EF4-FFF2-40B4-BE49-F238E27FC236}">
                <a16:creationId xmlns:a16="http://schemas.microsoft.com/office/drawing/2014/main" id="{B76F00ED-41AA-4A66-89DC-B9E2C1D79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371600"/>
            <a:ext cx="1905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70713391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6" name="Google Shape;186;p4">
            <a:extLst xmlns:a="http://schemas.openxmlformats.org/drawingml/2006/main">
              <a:ext uri="{FF2B5EF4-FFF2-40B4-BE49-F238E27FC236}">
                <a16:creationId xmlns:a16="http://schemas.microsoft.com/office/drawing/2014/main" id="{00A120A0-4202-423F-9C3C-8463A7FEC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203" y="360000"/>
            <a:ext cx="9000000" cy="499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Benefits and technologies used</a:t>
            </a:r>
          </a:p>
        </p:txBody>
      </p:sp>
      <p:sp>
        <p:nvSpPr>
          <p:cNvPr id="187" name="Google Shape;187;p4">
            <a:extLst xmlns:a="http://schemas.openxmlformats.org/drawingml/2006/main">
              <a:ext uri="{FF2B5EF4-FFF2-40B4-BE49-F238E27FC236}">
                <a16:creationId xmlns:a16="http://schemas.microsoft.com/office/drawing/2014/main" id="{AC09B72B-AA0F-4451-B405-22F5C062B7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graphicFrame>
        <p:nvGraphicFramePr>
          <p:cNvPr id="204" name="Google Shape;188;p4"/>
          <p:cNvGraphicFramePr/>
          <p:nvPr/>
        </p:nvGraphicFramePr>
        <p:xfrm>
          <a:off xmlns:a="http://schemas.openxmlformats.org/drawingml/2006/main" x="259199" y="1196186"/>
          <a:ext xmlns:a="http://schemas.openxmlformats.org/drawingml/2006/main" cx="3000000" cy="3000000"/>
        </p:xfrm>
        <a:graphic xmlns:a="http://schemas.openxmlformats.org/drawingml/2006/main">
          <a:graphicData uri="http://schemas.openxmlformats.org/drawingml/2006/table">
            <a:tbl>
              <a:tblPr>
                <a:tableStyleId>{D7072550-EF59-46E0-827C-C5B7B6B1D680}</a:tableStyleId>
              </a:tblPr>
              <a:tblGrid>
                <a:gridCol w="2377850"/>
                <a:gridCol w="2761375"/>
              </a:tblGrid>
              <a:tr h="121202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5000"/>
                        </a:lnSpc>
                        <a:buNone/>
                      </a:pPr>
                      <a:r>
                        <a:rPr sz="1700" b="1" i="0" u="non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End-user​</a:t>
                      </a:r>
                    </a:p>
                  </a:txBody>
                  <a:tcPr marL="91450" marR="91450" marT="45725" marB="45725" anchor="ctr">
                    <a:lnL w="12700" cmpd="sng">
                      <a:solidFill>
                        <a:srgbClr val="32C4F3"/>
                      </a:solidFill>
                      <a:prstDash val="solid"/>
                    </a:lnL>
                    <a:lnR w="12700" cmpd="sng">
                      <a:solidFill>
                        <a:srgbClr val="FFFFFF"/>
                      </a:solidFill>
                      <a:prstDash val="solid"/>
                    </a:lnR>
                    <a:lnT w="12700" cmpd="sng">
                      <a:solidFill>
                        <a:srgbClr val="32C4F3"/>
                      </a:solidFill>
                      <a:prstDash val="solid"/>
                    </a:lnT>
                    <a:lnB w="19375" cmpd="sng">
                      <a:solidFill>
                        <a:srgbClr val="DFE3E3"/>
                      </a:solidFill>
                      <a:prstDash val="solid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5000"/>
                        </a:lnSpc>
                        <a:buNone/>
                      </a:pPr>
                      <a:r>
                        <a:rPr sz="1700"/>
                        <a:t>People with disabilities,Senior citizens,Government service applicants</a:t>
                      </a:r>
                    </a:p>
                  </a:txBody>
                  <a:tcPr marL="91450" marR="91450" marT="45725" marB="45725" anchor="ctr">
                    <a:lnL w="12700" cmpd="sng">
                      <a:solidFill>
                        <a:srgbClr val="FFFFFF"/>
                      </a:solidFill>
                      <a:prstDash val="solid"/>
                    </a:lnL>
                    <a:lnR w="12700" cmpd="sng">
                      <a:solidFill>
                        <a:srgbClr val="32C4F3"/>
                      </a:solidFill>
                      <a:prstDash val="solid"/>
                    </a:lnR>
                    <a:lnT w="12700" cmpd="sng">
                      <a:solidFill>
                        <a:srgbClr val="32C4F3"/>
                      </a:solidFill>
                      <a:prstDash val="solid"/>
                    </a:lnT>
                    <a:lnB w="19375" cmpd="sng">
                      <a:solidFill>
                        <a:srgbClr val="DFE3E3"/>
                      </a:solidFill>
                      <a:prstDash val="solid"/>
                    </a:lnB>
                    <a:solidFill>
                      <a:srgbClr val="0BA2B3"/>
                    </a:solidFill>
                  </a:tcPr>
                </a:tc>
              </a:tr>
              <a:tr h="1212025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5000"/>
                        </a:lnSpc>
                        <a:buNone/>
                      </a:pPr>
                      <a:r>
                        <a:rPr sz="1700" b="1" i="0" u="non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User department</a:t>
                      </a:r>
                      <a:r>
                        <a:rPr sz="1700" b="0" i="0" u="non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​</a:t>
                      </a:r>
                    </a:p>
                  </a:txBody>
                  <a:tcPr marL="91450" marR="91450" marT="45725" marB="45725" anchor="ctr">
                    <a:lnL w="12700" cmpd="sng">
                      <a:solidFill>
                        <a:srgbClr val="32C4F3"/>
                      </a:solidFill>
                      <a:prstDash val="solid"/>
                    </a:lnL>
                    <a:lnR w="12700" cmpd="sng">
                      <a:solidFill>
                        <a:srgbClr val="FFFFFF"/>
                      </a:solidFill>
                      <a:prstDash val="solid"/>
                    </a:lnR>
                    <a:lnT w="19375" cmpd="sng">
                      <a:solidFill>
                        <a:srgbClr val="DFE3E3"/>
                      </a:solidFill>
                      <a:prstDash val="solid"/>
                    </a:lnT>
                    <a:lnB w="19375" cmpd="sng">
                      <a:solidFill>
                        <a:srgbClr val="DFE3E3"/>
                      </a:solidFill>
                      <a:prstDash val="solid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5000"/>
                        </a:lnSpc>
                        <a:buNone/>
                      </a:pPr>
                      <a:r>
                        <a:rPr sz="1700"/>
                        <a:t>Government Citizen Service Centers,Disability Support Organizations,NGOs</a:t>
                      </a:r>
                    </a:p>
                  </a:txBody>
                  <a:tcPr marL="91450" marR="91450" marT="45725" marB="45725" anchor="ctr">
                    <a:lnL w="12700" cmpd="sng">
                      <a:solidFill>
                        <a:srgbClr val="FFFFFF"/>
                      </a:solidFill>
                      <a:prstDash val="solid"/>
                    </a:lnL>
                    <a:lnR w="12700" cmpd="sng">
                      <a:solidFill>
                        <a:srgbClr val="32C4F3"/>
                      </a:solidFill>
                      <a:prstDash val="solid"/>
                    </a:lnR>
                    <a:lnT w="19375" cmpd="sng">
                      <a:solidFill>
                        <a:srgbClr val="DFE3E3"/>
                      </a:solidFill>
                      <a:prstDash val="solid"/>
                    </a:lnT>
                    <a:lnB w="19375" cmpd="sng">
                      <a:solidFill>
                        <a:srgbClr val="DFE3E3"/>
                      </a:solidFill>
                      <a:prstDash val="solid"/>
                    </a:lnB>
                    <a:solidFill>
                      <a:srgbClr val="0BA2B3"/>
                    </a:solidFill>
                  </a:tcPr>
                </a:tc>
              </a:tr>
              <a:tr h="9206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5000"/>
                        </a:lnSpc>
                        <a:buNone/>
                      </a:pPr>
                      <a:r>
                        <a:rPr sz="1700" b="1" i="0" u="non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Industries</a:t>
                      </a:r>
                      <a:r>
                        <a:rPr sz="1700" b="0" i="0" u="non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​</a:t>
                      </a:r>
                    </a:p>
                  </a:txBody>
                  <a:tcPr marL="91450" marR="91450" marT="45725" marB="45725" anchor="ctr">
                    <a:lnL w="12700" cmpd="sng">
                      <a:solidFill>
                        <a:srgbClr val="32C4F3"/>
                      </a:solidFill>
                      <a:prstDash val="solid"/>
                    </a:lnL>
                    <a:lnR w="12700" cmpd="sng">
                      <a:solidFill>
                        <a:srgbClr val="FFFFFF"/>
                      </a:solidFill>
                      <a:prstDash val="solid"/>
                    </a:lnR>
                    <a:lnT w="19375" cmpd="sng">
                      <a:solidFill>
                        <a:srgbClr val="DFE3E3"/>
                      </a:solidFill>
                      <a:prstDash val="solid"/>
                    </a:lnT>
                    <a:lnB w="19375" cmpd="sng">
                      <a:solidFill>
                        <a:srgbClr val="DFE3E3"/>
                      </a:solidFill>
                      <a:prstDash val="solid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5000"/>
                        </a:lnSpc>
                        <a:buNone/>
                      </a:pPr>
                      <a:r>
                        <a:rPr sz="1700"/>
                        <a:t>Accessibility,Public Services,Government,Healthcare</a:t>
                      </a:r>
                    </a:p>
                  </a:txBody>
                  <a:tcPr marL="91450" marR="91450" marT="45725" marB="45725" anchor="ctr">
                    <a:lnL w="12700" cmpd="sng">
                      <a:solidFill>
                        <a:srgbClr val="FFFFFF"/>
                      </a:solidFill>
                      <a:prstDash val="solid"/>
                    </a:lnL>
                    <a:lnR w="12700" cmpd="sng">
                      <a:solidFill>
                        <a:srgbClr val="32C4F3"/>
                      </a:solidFill>
                      <a:prstDash val="solid"/>
                    </a:lnR>
                    <a:lnT w="19375" cmpd="sng">
                      <a:solidFill>
                        <a:srgbClr val="DFE3E3"/>
                      </a:solidFill>
                      <a:prstDash val="solid"/>
                    </a:lnT>
                    <a:lnB w="19375" cmpd="sng">
                      <a:solidFill>
                        <a:srgbClr val="DFE3E3"/>
                      </a:solidFill>
                      <a:prstDash val="solid"/>
                    </a:lnB>
                    <a:solidFill>
                      <a:srgbClr val="0BA2B3"/>
                    </a:solidFill>
                  </a:tcPr>
                </a:tc>
              </a:tr>
              <a:tr h="9206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5000"/>
                        </a:lnSpc>
                        <a:buNone/>
                      </a:pPr>
                      <a:r>
                        <a:rPr sz="1700" b="1" i="0" u="non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UiPath products used</a:t>
                      </a:r>
                      <a:r>
                        <a:rPr sz="1700" b="0" i="0" u="non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​</a:t>
                      </a:r>
                    </a:p>
                  </a:txBody>
                  <a:tcPr marL="91450" marR="91450" marT="45725" marB="45725" anchor="ctr">
                    <a:lnL w="12700" cmpd="sng">
                      <a:solidFill>
                        <a:srgbClr val="32C4F3"/>
                      </a:solidFill>
                      <a:prstDash val="solid"/>
                    </a:lnL>
                    <a:lnR w="12700" cmpd="sng">
                      <a:solidFill>
                        <a:srgbClr val="FFFFFF"/>
                      </a:solidFill>
                      <a:prstDash val="solid"/>
                    </a:lnR>
                    <a:lnT w="19375" cmpd="sng">
                      <a:solidFill>
                        <a:srgbClr val="DFE3E3"/>
                      </a:solidFill>
                      <a:prstDash val="solid"/>
                    </a:lnT>
                    <a:lnB w="19375" cmpd="sng">
                      <a:solidFill>
                        <a:srgbClr val="DFE3E3"/>
                      </a:solidFill>
                      <a:prstDash val="solid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5000"/>
                        </a:lnSpc>
                        <a:buNone/>
                      </a:pPr>
                      <a:r>
                        <a:rPr sz="1700"/>
                        <a:t> UiPath Studio - UiPath Agent Builder - UiPath Maestro </a:t>
                      </a:r>
                    </a:p>
                  </a:txBody>
                  <a:tcPr marL="91450" marR="91450" marT="45725" marB="45725" anchor="ctr">
                    <a:lnL w="12700" cmpd="sng">
                      <a:solidFill>
                        <a:srgbClr val="FFFFFF"/>
                      </a:solidFill>
                      <a:prstDash val="solid"/>
                    </a:lnL>
                    <a:lnR w="12700" cmpd="sng">
                      <a:solidFill>
                        <a:srgbClr val="32C4F3"/>
                      </a:solidFill>
                      <a:prstDash val="solid"/>
                    </a:lnR>
                    <a:lnT w="19375" cmpd="sng">
                      <a:solidFill>
                        <a:srgbClr val="DFE3E3"/>
                      </a:solidFill>
                      <a:prstDash val="solid"/>
                    </a:lnT>
                    <a:lnB w="19375" cmpd="sng">
                      <a:solidFill>
                        <a:srgbClr val="DFE3E3"/>
                      </a:solidFill>
                      <a:prstDash val="solid"/>
                    </a:lnB>
                    <a:solidFill>
                      <a:srgbClr val="0BA2B3"/>
                    </a:solidFill>
                  </a:tcPr>
                </a:tc>
              </a:tr>
              <a:tr h="117235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5000"/>
                        </a:lnSpc>
                        <a:buNone/>
                      </a:pPr>
                      <a:r>
                        <a:rPr sz="1700" b="1" i="0" u="non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Other - integrations / APIs / technologies used</a:t>
                      </a:r>
                      <a:r>
                        <a:rPr sz="1700" b="0" i="0" u="non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​</a:t>
                      </a:r>
                    </a:p>
                  </a:txBody>
                  <a:tcPr marL="91450" marR="91450" marT="45725" marB="45725" anchor="ctr">
                    <a:lnL w="12700" cmpd="sng">
                      <a:solidFill>
                        <a:srgbClr val="32C4F3"/>
                      </a:solidFill>
                      <a:prstDash val="solid"/>
                    </a:lnL>
                    <a:lnR w="12700" cmpd="sng">
                      <a:solidFill>
                        <a:srgbClr val="FFFFFF"/>
                      </a:solidFill>
                      <a:prstDash val="solid"/>
                    </a:lnR>
                    <a:lnT w="19375" cmpd="sng">
                      <a:solidFill>
                        <a:srgbClr val="DFE3E3"/>
                      </a:solidFill>
                      <a:prstDash val="solid"/>
                    </a:lnT>
                    <a:lnB w="12700" cmpd="sng">
                      <a:solidFill>
                        <a:srgbClr val="32C4F3"/>
                      </a:solidFill>
                      <a:prstDash val="solid"/>
                    </a:lnB>
                    <a:solidFill>
                      <a:srgbClr val="0BA2B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5000"/>
                        </a:lnSpc>
                        <a:buNone/>
                      </a:pPr>
                      <a:r>
                        <a:rPr sz="1700"/>
                        <a:t>React - TypeScript - Vite - Tailwind CSS - Node.js - Express.js </a:t>
                      </a:r>
                    </a:p>
                  </a:txBody>
                  <a:tcPr marL="91450" marR="91450" marT="45725" marB="45725" anchor="ctr">
                    <a:lnL w="12700" cmpd="sng">
                      <a:solidFill>
                        <a:srgbClr val="FFFFFF"/>
                      </a:solidFill>
                      <a:prstDash val="solid"/>
                    </a:lnL>
                    <a:lnR w="12700" cmpd="sng">
                      <a:solidFill>
                        <a:srgbClr val="32C4F3"/>
                      </a:solidFill>
                      <a:prstDash val="solid"/>
                    </a:lnR>
                    <a:lnT w="19375" cmpd="sng">
                      <a:solidFill>
                        <a:srgbClr val="DFE3E3"/>
                      </a:solidFill>
                      <a:prstDash val="solid"/>
                    </a:lnT>
                    <a:lnB w="12700" cmpd="sng">
                      <a:solidFill>
                        <a:srgbClr val="32C4F3"/>
                      </a:solidFill>
                      <a:prstDash val="solid"/>
                    </a:lnB>
                    <a:solidFill>
                      <a:srgbClr val="0BA2B3"/>
                    </a:solidFill>
                  </a:tcPr>
                </a:tc>
              </a:tr>
            </a:tbl>
          </a:graphicData>
        </a:graphic>
      </p:graphicFrame>
      <p:sp>
        <p:nvSpPr>
          <p:cNvPr id="189" name="Google Shape;189;p4">
            <a:extLst xmlns:a="http://schemas.openxmlformats.org/drawingml/2006/main">
              <a:ext uri="{FF2B5EF4-FFF2-40B4-BE49-F238E27FC236}">
                <a16:creationId xmlns:a16="http://schemas.microsoft.com/office/drawing/2014/main" id="{37B3ED93-4579-4589-842E-C4698E2C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999" y="859929"/>
            <a:ext cx="10398300" cy="646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90" name="Google Shape;190;p4">
            <a:extLst xmlns:a="http://schemas.openxmlformats.org/drawingml/2006/main">
              <a:ext uri="{FF2B5EF4-FFF2-40B4-BE49-F238E27FC236}">
                <a16:creationId xmlns:a16="http://schemas.microsoft.com/office/drawing/2014/main" id="{9FABB9C2-F72C-4D5B-A2BA-16301F265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691" y="1016651"/>
            <a:ext cx="5497800" cy="48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Benefits, impact and outcomes</a:t>
            </a:r>
          </a:p>
        </p:txBody>
      </p:sp>
      <p:sp>
        <p:nvSpPr>
          <p:cNvPr id="191" name="Google Shape;191;p4">
            <a:extLst xmlns:a="http://schemas.openxmlformats.org/drawingml/2006/main">
              <a:ext uri="{FF2B5EF4-FFF2-40B4-BE49-F238E27FC236}">
                <a16:creationId xmlns:a16="http://schemas.microsoft.com/office/drawing/2014/main" id="{2136395D-D7DA-4A2B-9EE4-9F863FB0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2301" y="1779735"/>
            <a:ext cx="5500500" cy="442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457200" indent="-34290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har char="●"/>
            </a:pPr>
            <a:r>
              <a:rPr sz="1800">
                <a:solidFill>
                  <a:srgbClr val="1D1D1F"/>
                </a:solidFill>
                <a:highlight>
                  <a:srgbClr val="FFFFFF"/>
                </a:highlight>
              </a:rPr>
              <a:t>Reduces the complexity of government paperwork through AI-guided assistance. </a:t>
            </a:r>
          </a:p>
          <a:p xmlns:a="http://schemas.openxmlformats.org/drawingml/2006/main">
            <a:pPr marL="457200" indent="-34290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●"/>
            </a:pPr>
            <a:r>
              <a:rPr sz="1800">
                <a:solidFill>
                  <a:srgbClr val="1D1D1F"/>
                </a:solidFill>
                <a:highlight>
                  <a:srgbClr val="FFFFFF"/>
                </a:highlight>
              </a:rPr>
              <a:t>Enables users to understand official documents using AI-powered document intelligence. </a:t>
            </a:r>
          </a:p>
          <a:p xmlns:a="http://schemas.openxmlformats.org/drawingml/2006/main">
            <a:pPr marL="457200" indent="-34290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●"/>
            </a:pPr>
            <a:r>
              <a:rPr sz="1800">
                <a:solidFill>
                  <a:srgbClr val="1D1D1F"/>
                </a:solidFill>
                <a:highlight>
                  <a:srgbClr val="FFFFFF"/>
                </a:highlight>
              </a:rPr>
              <a:t>Minimizes repetitive form filling with reusable user profiles and automation. </a:t>
            </a:r>
          </a:p>
          <a:p xmlns:a="http://schemas.openxmlformats.org/drawingml/2006/main">
            <a:pPr marL="457200" indent="-34290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har char="●"/>
            </a:pPr>
            <a:r>
              <a:rPr sz="1800">
                <a:solidFill>
                  <a:srgbClr val="1D1D1F"/>
                </a:solidFill>
                <a:highlight>
                  <a:srgbClr val="FFFFFF"/>
                </a:highlight>
              </a:rPr>
              <a:t> Improves accessibility by combining voice, vision, and document understanding in a single platform. .</a:t>
            </a:r>
          </a:p>
          <a:p xmlns:a="http://schemas.openxmlformats.org/drawingml/2006/main">
            <a:pPr marL="457200" indent="0" algn="l">
              <a:lnSpc>
                <a:spcPct val="122222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93" name="clean-white-background">
            <a:extLst xmlns:a="http://schemas.openxmlformats.org/drawingml/2006/main">
              <a:ext uri="{FF2B5EF4-FFF2-40B4-BE49-F238E27FC236}">
                <a16:creationId xmlns:a16="http://schemas.microsoft.com/office/drawing/2014/main" id="{CC2D9216-3433-4D05-AF7D-9B1842150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9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EFFAE15-5252-451F-8A10-582CEC85F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Benefits and technologies used</a:t>
            </a:r>
          </a:p>
        </p:txBody>
      </p:sp>
      <p:sp>
        <p:nvSpPr>
          <p:cNvPr id="195" name="wordmark">
            <a:extLst xmlns:a="http://schemas.openxmlformats.org/drawingml/2006/main">
              <a:ext uri="{FF2B5EF4-FFF2-40B4-BE49-F238E27FC236}">
                <a16:creationId xmlns:a16="http://schemas.microsoft.com/office/drawing/2014/main" id="{4D380737-769B-4FFB-88AE-3E89B17A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514350"/>
            <a:ext cx="128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2250" b="1">
                <a:solidFill>
                  <a:srgbClr val="111827"/>
                </a:solidFill>
              </a:defRPr>
            </a:pPr>
            <a:r>
              <a:rPr sz="2250" b="1">
                <a:solidFill>
                  <a:srgbClr val="111827"/>
                </a:solidFill>
              </a:rPr>
              <a:t>UiPath</a:t>
            </a:r>
          </a:p>
        </p:txBody>
      </p:sp>
      <p:sp>
        <p:nvSpPr>
          <p:cNvPr id="196" name="bottom-rule">
            <a:extLst xmlns:a="http://schemas.openxmlformats.org/drawingml/2006/main">
              <a:ext uri="{FF2B5EF4-FFF2-40B4-BE49-F238E27FC236}">
                <a16:creationId xmlns:a16="http://schemas.microsoft.com/office/drawing/2014/main" id="{78A93A76-3227-4086-A838-761A92E2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4370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4616"/>
          </a:solidFill>
          <a:ln xmlns:a="http://schemas.openxmlformats.org/drawingml/2006/main" w="0">
            <a:solidFill>
              <a:srgbClr val="FA4616"/>
            </a:solidFill>
            <a:prstDash val="solid"/>
          </a:ln>
        </p:spPr>
      </p:sp>
      <p:sp>
        <p:nvSpPr>
          <p:cNvPr id="197" name="benefits-label">
            <a:extLst xmlns:a="http://schemas.openxmlformats.org/drawingml/2006/main">
              <a:ext uri="{FF2B5EF4-FFF2-40B4-BE49-F238E27FC236}">
                <a16:creationId xmlns:a16="http://schemas.microsoft.com/office/drawing/2014/main" id="{33C2EF30-A9C9-49FA-A2EB-903FAE7A1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Benefits, impact, and outcomes</a:t>
            </a:r>
          </a:p>
        </p:txBody>
      </p:sp>
      <p:sp>
        <p:nvSpPr>
          <p:cNvPr id="198" name="benefits-body">
            <a:extLst xmlns:a="http://schemas.openxmlformats.org/drawingml/2006/main">
              <a:ext uri="{FF2B5EF4-FFF2-40B4-BE49-F238E27FC236}">
                <a16:creationId xmlns:a16="http://schemas.microsoft.com/office/drawing/2014/main" id="{7B3661B6-7939-47FE-B3F7-54CA3842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8577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Prevents unsafe case movement before evidence and milestones are complete.</a:t>
            </a:r>
          </a:p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Makes refund exception review auditable and bounded.</a:t>
            </a:r>
          </a:p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Keeps the strongest action at human review, not automatic approval.</a:t>
            </a:r>
          </a:p>
        </p:txBody>
      </p:sp>
      <p:sp>
        <p:nvSpPr>
          <p:cNvPr id="199" name="tech-label">
            <a:extLst xmlns:a="http://schemas.openxmlformats.org/drawingml/2006/main">
              <a:ext uri="{FF2B5EF4-FFF2-40B4-BE49-F238E27FC236}">
                <a16:creationId xmlns:a16="http://schemas.microsoft.com/office/drawing/2014/main" id="{523CE3ED-3383-44E6-99D1-7C211020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390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UiPath components and agent type</a:t>
            </a:r>
          </a:p>
        </p:txBody>
      </p:sp>
      <p:sp>
        <p:nvSpPr>
          <p:cNvPr id="200" name="tech-body">
            <a:extLst xmlns:a="http://schemas.openxmlformats.org/drawingml/2006/main">
              <a:ext uri="{FF2B5EF4-FFF2-40B4-BE49-F238E27FC236}">
                <a16:creationId xmlns:a16="http://schemas.microsoft.com/office/drawing/2014/main" id="{0FBE6236-E41D-46EF-89C7-DD19691B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38350"/>
            <a:ext cx="447675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11827"/>
                </a:solidFill>
              </a:defRPr>
            </a:pPr>
            <a:r>
              <a:rPr sz="1350">
                <a:solidFill>
                  <a:srgbClr val="111827"/>
                </a:solidFill>
              </a:rPr>
              <a:t>UiPath Components:</a:t>
            </a:r>
          </a:p>
          <a:p xmlns:a="http://schemas.openxmlformats.org/drawingml/2006/main">
            <a:pPr>
              <a:defRPr sz="1350">
                <a:solidFill>
                  <a:srgbClr val="111827"/>
                </a:solidFill>
              </a:defRPr>
            </a:pPr>
            <a:r>
              <a:rPr sz="1350">
                <a:solidFill>
                  <a:srgbClr val="111827"/>
                </a:solidFill>
              </a:rPr>
              <a:t>Automation Cloud, Maestro case model, Studio Web or API Workflow handoff, optional Apps/Action Center style human review, coded Python validator, synthetic Maestro case packets.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350">
                <a:solidFill>
                  <a:srgbClr val="111827"/>
                </a:solidFill>
              </a:defRPr>
            </a:pPr>
            <a:r>
              <a:rPr sz="1350">
                <a:solidFill>
                  <a:srgbClr val="111827"/>
                </a:solidFill>
              </a:rPr>
              <a:t>Agent Type:</a:t>
            </a:r>
          </a:p>
          <a:p xmlns:a="http://schemas.openxmlformats.org/drawingml/2006/main">
            <a:pPr>
              <a:defRPr sz="1350">
                <a:solidFill>
                  <a:srgbClr val="111827"/>
                </a:solidFill>
              </a:defRPr>
            </a:pPr>
            <a:r>
              <a:rPr sz="1350">
                <a:solidFill>
                  <a:srgbClr val="111827"/>
                </a:solidFill>
              </a:rPr>
              <a:t>Coded Agent validator plus low-code Maestro/API workflow integration path.</a:t>
            </a:r>
          </a:p>
        </p:txBody>
      </p:sp>
      <p:sp>
        <p:nvSpPr>
          <p:cNvPr id="201" name="column-divider">
            <a:extLst xmlns:a="http://schemas.openxmlformats.org/drawingml/2006/main">
              <a:ext uri="{FF2B5EF4-FFF2-40B4-BE49-F238E27FC236}">
                <a16:creationId xmlns:a16="http://schemas.microsoft.com/office/drawing/2014/main" id="{5CEFD0B5-8627-4251-933C-162F3652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371600"/>
            <a:ext cx="19050" cy="385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0831501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6" name="Google Shape;196;p5">
            <a:extLst xmlns:a="http://schemas.openxmlformats.org/drawingml/2006/main">
              <a:ext uri="{FF2B5EF4-FFF2-40B4-BE49-F238E27FC236}">
                <a16:creationId xmlns:a16="http://schemas.microsoft.com/office/drawing/2014/main" id="{F14D1BD7-8A6D-4116-B1ED-7B236A7688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574470" y="6480000"/>
            <a:ext cx="157094" cy="153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</a:p>
        </p:txBody>
      </p:sp>
      <p:sp>
        <p:nvSpPr>
          <p:cNvPr id="197" name="Google Shape;197;p5">
            <a:extLst xmlns:a="http://schemas.openxmlformats.org/drawingml/2006/main">
              <a:ext uri="{FF2B5EF4-FFF2-40B4-BE49-F238E27FC236}">
                <a16:creationId xmlns:a16="http://schemas.microsoft.com/office/drawing/2014/main" id="{20FCF454-BE91-441B-81C3-E828B57EA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999" y="859929"/>
            <a:ext cx="10398312" cy="6463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sp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 i="0" u="non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 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</p:txBody>
      </p:sp>
      <p:sp>
        <p:nvSpPr>
          <p:cNvPr id="198" name="Google Shape;198;p5">
            <a:extLst xmlns:a="http://schemas.openxmlformats.org/drawingml/2006/main">
              <a:ext uri="{FF2B5EF4-FFF2-40B4-BE49-F238E27FC236}">
                <a16:creationId xmlns:a16="http://schemas.microsoft.com/office/drawing/2014/main" id="{DB738CF2-2B62-4E19-B819-6CCE3B4AA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999" y="360000"/>
            <a:ext cx="9000000" cy="90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1" i="0" u="non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Solution architecture</a:t>
            </a:r>
          </a:p>
        </p:txBody>
      </p:sp>
      <p:sp>
        <p:nvSpPr>
          <p:cNvPr id="199" name="Google Shape;199;p5">
            <a:extLst xmlns:a="http://schemas.openxmlformats.org/drawingml/2006/main">
              <a:ext uri="{FF2B5EF4-FFF2-40B4-BE49-F238E27FC236}">
                <a16:creationId xmlns:a16="http://schemas.microsoft.com/office/drawing/2014/main" id="{F702F80B-5755-442C-8518-C0CE7636C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" y="1414435"/>
            <a:ext cx="11459400" cy="442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1D1D1F"/>
                </a:solidFill>
                <a:highlight>
                  <a:srgbClr val="FFFFFF"/>
                </a:highlight>
              </a:rPr>
              <a:t>"See complete architecture and screenshots in our GitHub repository:"</a:t>
            </a:r>
          </a:p>
          <a:p xmlns:a="http://schemas.openxmlformats.org/drawingml/2006/main"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</a:p>
          <a:p xmlns:a="http://schemas.openxmlformats.org/drawingml/2006/main"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>
                <a:solidFill>
                  <a:srgbClr val="1D1D1F"/>
                </a:solidFill>
                <a:highlight>
                  <a:srgbClr val="FFFFFF"/>
                </a:highlight>
              </a:rPr>
              <a:t>GitHub Repo: </a:t>
            </a:r>
            <a:r>
              <a:rPr sz="2100">
                <a:solidFill>
                  <a:srgbClr val="1D1D1F"/>
                </a:solidFill>
                <a:highlight>
                  <a:srgbClr val="EFEEFF"/>
                </a:highlight>
              </a:rPr>
              <a:t>https://github.com/nisithaa-03/AURA-.git</a:t>
            </a:r>
          </a:p>
        </p:txBody>
      </p:sp>
      <p:sp>
        <p:nvSpPr>
          <p:cNvPr id="200" name="clean-white-background">
            <a:extLst xmlns:a="http://schemas.openxmlformats.org/drawingml/2006/main">
              <a:ext uri="{FF2B5EF4-FFF2-40B4-BE49-F238E27FC236}">
                <a16:creationId xmlns:a16="http://schemas.microsoft.com/office/drawing/2014/main" id="{043007BF-8B66-46AE-AD84-87CCCB5A8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0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606216D-6B69-491D-9973-8C73B89DE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8191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Solution architecture</a:t>
            </a:r>
          </a:p>
        </p:txBody>
      </p:sp>
      <p:sp>
        <p:nvSpPr>
          <p:cNvPr id="202" name="wordmark">
            <a:extLst xmlns:a="http://schemas.openxmlformats.org/drawingml/2006/main">
              <a:ext uri="{FF2B5EF4-FFF2-40B4-BE49-F238E27FC236}">
                <a16:creationId xmlns:a16="http://schemas.microsoft.com/office/drawing/2014/main" id="{666EA4FF-CACB-46F7-AFB1-2F3785711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514350"/>
            <a:ext cx="128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2250" b="1">
                <a:solidFill>
                  <a:srgbClr val="111827"/>
                </a:solidFill>
              </a:defRPr>
            </a:pPr>
            <a:r>
              <a:rPr sz="2250" b="1">
                <a:solidFill>
                  <a:srgbClr val="111827"/>
                </a:solidFill>
              </a:rPr>
              <a:t>UiPath</a:t>
            </a:r>
          </a:p>
        </p:txBody>
      </p:sp>
      <p:sp>
        <p:nvSpPr>
          <p:cNvPr id="203" name="bottom-rule">
            <a:extLst xmlns:a="http://schemas.openxmlformats.org/drawingml/2006/main">
              <a:ext uri="{FF2B5EF4-FFF2-40B4-BE49-F238E27FC236}">
                <a16:creationId xmlns:a16="http://schemas.microsoft.com/office/drawing/2014/main" id="{A33F4FFF-D074-4378-A098-6453DF291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4370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4616"/>
          </a:solidFill>
          <a:ln xmlns:a="http://schemas.openxmlformats.org/drawingml/2006/main" w="0">
            <a:solidFill>
              <a:srgbClr val="FA4616"/>
            </a:solidFill>
            <a:prstDash val="solid"/>
          </a:ln>
        </p:spPr>
      </p:sp>
      <p:sp>
        <p:nvSpPr>
          <p:cNvPr id="204" name="architecture-copy">
            <a:extLst xmlns:a="http://schemas.openxmlformats.org/drawingml/2006/main">
              <a:ext uri="{FF2B5EF4-FFF2-40B4-BE49-F238E27FC236}">
                <a16:creationId xmlns:a16="http://schemas.microsoft.com/office/drawing/2014/main" id="{EB86C6E0-7748-4F89-8903-EEEE751F4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0012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11827"/>
                </a:solidFill>
              </a:defRPr>
            </a:pPr>
            <a:r>
              <a:rPr sz="1800">
                <a:solidFill>
                  <a:srgbClr val="111827"/>
                </a:solidFill>
              </a:rPr>
              <a:t>Flow: Maestro case packet -&gt; evidence and milestone check -&gt; CaseProof validator -&gt; HOLD / BLOCK / ALLOW_HUMAN_REVIEW_ONLY -&gt; human case 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>
                <a:solidFill>
                  <a:srgbClr val="111827"/>
                </a:solidFill>
              </a:defRPr>
            </a:pPr>
            <a:r>
              <a:rPr sz="1800">
                <a:solidFill>
                  <a:srgbClr val="111827"/>
                </a:solidFill>
              </a:rPr>
              <a:t>GitHub: https://github.com/Isometric-Architect/caseproof-ai-agenthack</a:t>
            </a:r>
          </a:p>
          <a:p xmlns:a="http://schemas.openxmlformats.org/drawingml/2006/main">
            <a:pPr>
              <a:defRPr sz="1800">
                <a:solidFill>
                  <a:srgbClr val="111827"/>
                </a:solidFill>
              </a:defRPr>
            </a:pPr>
            <a:r>
              <a:rPr sz="1800">
                <a:solidFill>
                  <a:srgbClr val="111827"/>
                </a:solidFill>
              </a:rPr>
              <a:t>Demo: https://youtu.be/N25lvoKJjug</a:t>
            </a:r>
          </a:p>
        </p:txBody>
      </p:sp>
      <p:sp>
        <p:nvSpPr>
          <p:cNvPr id="205" name="architecture-note">
            <a:extLst xmlns:a="http://schemas.openxmlformats.org/drawingml/2006/main">
              <a:ext uri="{FF2B5EF4-FFF2-40B4-BE49-F238E27FC236}">
                <a16:creationId xmlns:a16="http://schemas.microsoft.com/office/drawing/2014/main" id="{A1BE4FF9-0EA4-45E9-ABDC-A04BB7FC5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4B5563"/>
                </a:solidFill>
              </a:defRPr>
            </a:pPr>
            <a:r>
              <a:rPr sz="1500">
                <a:solidFill>
                  <a:srgbClr val="4B5563"/>
                </a:solidFill>
              </a:rPr>
              <a:t>Boundary: the app prepares evidence for review. It does not approve, merge, deploy, issue refunds, or update customer records.</a:t>
            </a:r>
          </a:p>
        </p:txBody>
      </p:sp>
    </p:spTree>
    <p:extLst>
      <p:ext uri="{BB962C8B-B14F-4D97-AF65-F5344CB8AC3E}">
        <p14:creationId xmlns:p14="http://schemas.microsoft.com/office/powerpoint/2010/main" val="21961005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lean-closing-background">
            <a:extLst xmlns:a="http://schemas.openxmlformats.org/drawingml/2006/main">
              <a:ext uri="{FF2B5EF4-FFF2-40B4-BE49-F238E27FC236}">
                <a16:creationId xmlns:a16="http://schemas.microsoft.com/office/drawing/2014/main" id="{1D924437-2488-4D50-89C3-6E5F81B5E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A2B3"/>
          </a:solidFill>
          <a:ln xmlns:a="http://schemas.openxmlformats.org/drawingml/2006/main" w="0">
            <a:solidFill>
              <a:srgbClr val="0BA2B3"/>
            </a:solidFill>
            <a:prstDash val="solid"/>
          </a:ln>
        </p:spPr>
      </p:sp>
      <p:sp>
        <p:nvSpPr>
          <p:cNvPr id="2" name="closing-frame-top">
            <a:extLst xmlns:a="http://schemas.openxmlformats.org/drawingml/2006/main">
              <a:ext uri="{FF2B5EF4-FFF2-40B4-BE49-F238E27FC236}">
                <a16:creationId xmlns:a16="http://schemas.microsoft.com/office/drawing/2014/main" id="{CF0900D0-A838-4F41-BAD4-7A5AB218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209550"/>
            <a:ext cx="1165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3" name="closing-frame-left">
            <a:extLst xmlns:a="http://schemas.openxmlformats.org/drawingml/2006/main">
              <a:ext uri="{FF2B5EF4-FFF2-40B4-BE49-F238E27FC236}">
                <a16:creationId xmlns:a16="http://schemas.microsoft.com/office/drawing/2014/main" id="{E1549B4A-B16A-4B3F-BD0B-3399AA1FF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209550"/>
            <a:ext cx="19050" cy="6438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closing-frame-right">
            <a:extLst xmlns:a="http://schemas.openxmlformats.org/drawingml/2006/main">
              <a:ext uri="{FF2B5EF4-FFF2-40B4-BE49-F238E27FC236}">
                <a16:creationId xmlns:a16="http://schemas.microsoft.com/office/drawing/2014/main" id="{943A1B57-C9A5-4B58-BB36-007F3E161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0" y="209550"/>
            <a:ext cx="19050" cy="6438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" name="closing-frame-bottom">
            <a:extLst xmlns:a="http://schemas.openxmlformats.org/drawingml/2006/main">
              <a:ext uri="{FF2B5EF4-FFF2-40B4-BE49-F238E27FC236}">
                <a16:creationId xmlns:a16="http://schemas.microsoft.com/office/drawing/2014/main" id="{462F65BC-B0B8-4B22-83B2-B6B1E1BD2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6629400"/>
            <a:ext cx="1165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wordmark">
            <a:extLst xmlns:a="http://schemas.openxmlformats.org/drawingml/2006/main">
              <a:ext uri="{FF2B5EF4-FFF2-40B4-BE49-F238E27FC236}">
                <a16:creationId xmlns:a16="http://schemas.microsoft.com/office/drawing/2014/main" id="{5620A1A7-91F4-4AD4-8297-8E9B738D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514350"/>
            <a:ext cx="1285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UiPath</a:t>
            </a:r>
          </a:p>
        </p:txBody>
      </p:sp>
      <p:sp>
        <p:nvSpPr>
          <p:cNvPr id="7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1868521E-D774-4A45-9FD5-7F7190FBD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28750"/>
            <a:ext cx="9810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CaseProof AI: review only</a:t>
            </a:r>
          </a:p>
        </p:txBody>
      </p:sp>
      <p:sp>
        <p:nvSpPr>
          <p:cNvPr id="8" name="closing-body">
            <a:extLst xmlns:a="http://schemas.openxmlformats.org/drawingml/2006/main">
              <a:ext uri="{FF2B5EF4-FFF2-40B4-BE49-F238E27FC236}">
                <a16:creationId xmlns:a16="http://schemas.microsoft.com/office/drawing/2014/main" id="{15BA7857-9D3C-45A7-AD6F-88C0A4D4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9334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Claim boundary: CaseProof is a public-safe hackathon prototype. It does not issue refunds, settle claims, update records, or replace human review.</a:t>
            </a:r>
          </a:p>
        </p:txBody>
      </p:sp>
      <p:sp>
        <p:nvSpPr>
          <p:cNvPr id="9" name="closing-footer">
            <a:extLst xmlns:a="http://schemas.openxmlformats.org/drawingml/2006/main">
              <a:ext uri="{FF2B5EF4-FFF2-40B4-BE49-F238E27FC236}">
                <a16:creationId xmlns:a16="http://schemas.microsoft.com/office/drawing/2014/main" id="{B8EAC792-B456-48BB-A05E-6632085C1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025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Submitted to UiPath AgentHack 2026</a:t>
            </a:r>
          </a:p>
        </p:txBody>
      </p:sp>
      <p:sp>
        <p:nvSpPr>
          <p:cNvPr id="10" name="accent-pixel-a">
            <a:extLst xmlns:a="http://schemas.openxmlformats.org/drawingml/2006/main">
              <a:ext uri="{FF2B5EF4-FFF2-40B4-BE49-F238E27FC236}">
                <a16:creationId xmlns:a16="http://schemas.microsoft.com/office/drawing/2014/main" id="{A560FC0F-5FB7-4179-AF34-E3E06F995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52959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4957"/>
          </a:solidFill>
          <a:ln xmlns:a="http://schemas.openxmlformats.org/drawingml/2006/main" w="0">
            <a:solidFill>
              <a:srgbClr val="064957"/>
            </a:solidFill>
            <a:prstDash val="solid"/>
          </a:ln>
        </p:spPr>
      </p:sp>
      <p:sp>
        <p:nvSpPr>
          <p:cNvPr id="11" name="accent-pixel-b">
            <a:extLst xmlns:a="http://schemas.openxmlformats.org/drawingml/2006/main">
              <a:ext uri="{FF2B5EF4-FFF2-40B4-BE49-F238E27FC236}">
                <a16:creationId xmlns:a16="http://schemas.microsoft.com/office/drawing/2014/main" id="{F1EE94BA-E775-489E-BD3C-EC5349689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6197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F"/>
          </a:solidFill>
          <a:ln xmlns:a="http://schemas.openxmlformats.org/drawingml/2006/main" w="0">
            <a:solidFill>
              <a:srgbClr val="087F8F"/>
            </a:solidFill>
            <a:prstDash val="solid"/>
          </a:ln>
        </p:spPr>
      </p:sp>
      <p:sp>
        <p:nvSpPr>
          <p:cNvPr id="12" name="accent-pixel-c">
            <a:extLst xmlns:a="http://schemas.openxmlformats.org/drawingml/2006/main">
              <a:ext uri="{FF2B5EF4-FFF2-40B4-BE49-F238E27FC236}">
                <a16:creationId xmlns:a16="http://schemas.microsoft.com/office/drawing/2014/main" id="{7E0C657B-038D-4040-877B-D7BB86DF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59436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4957"/>
          </a:solidFill>
          <a:ln xmlns:a="http://schemas.openxmlformats.org/drawingml/2006/main" w="0">
            <a:solidFill>
              <a:srgbClr val="064957"/>
            </a:solidFill>
            <a:prstDash val="solid"/>
          </a:ln>
        </p:spPr>
      </p:sp>
      <p:sp>
        <p:nvSpPr>
          <p:cNvPr id="13" name="accent-bar">
            <a:extLst xmlns:a="http://schemas.openxmlformats.org/drawingml/2006/main">
              <a:ext uri="{FF2B5EF4-FFF2-40B4-BE49-F238E27FC236}">
                <a16:creationId xmlns:a16="http://schemas.microsoft.com/office/drawing/2014/main" id="{534FC939-597C-4FCE-9EC4-666E9FA32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61722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4957"/>
          </a:solidFill>
          <a:ln xmlns:a="http://schemas.openxmlformats.org/drawingml/2006/main" w="0">
            <a:solidFill>
              <a:srgbClr val="06495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111576676"/>
      </p:ext>
    </p:extLst>
  </p:cSld>
</p:sld>
</file>

<file path=ppt/theme/theme1.xml><?xml version="1.0" encoding="utf-8"?>
<a:theme xmlns:a="http://schemas.openxmlformats.org/drawingml/2006/main" name="Primary Presentation Layouts">
  <a:themeElements>
    <a:clrScheme name="UiPath colors">
      <a:dk1>
        <a:srgbClr val="172024"/>
      </a:dk1>
      <a:lt1>
        <a:srgbClr val="FFFFFF"/>
      </a:lt1>
      <a:dk2>
        <a:srgbClr val="9D9D9D"/>
      </a:dk2>
      <a:lt2>
        <a:srgbClr val="F6F6F6"/>
      </a:lt2>
      <a:accent1>
        <a:srgbClr val="FA4616"/>
      </a:accent1>
      <a:accent2>
        <a:srgbClr val="1E6482"/>
      </a:accent2>
      <a:accent3>
        <a:srgbClr val="A32200"/>
      </a:accent3>
      <a:accent4>
        <a:srgbClr val="0BA2B3"/>
      </a:accent4>
      <a:accent5>
        <a:srgbClr val="8B288A"/>
      </a:accent5>
      <a:accent6>
        <a:srgbClr val="FA7678"/>
      </a:accent6>
      <a:hlink>
        <a:srgbClr val="5BCBDE"/>
      </a:hlink>
      <a:folHlink>
        <a:srgbClr val="5BCBD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iPath color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2026-06-30T00:00:41.4730000Z</dcterms:created>
  <dcterms:modified xsi:type="dcterms:W3CDTF">2026-06-30T00:00:41.4730000Z</dcterms:modified>
</coreProperties>
</file>